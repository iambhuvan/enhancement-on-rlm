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
  </p:notesMasterIdLst>
  <p:sldIdLst>
    <p:sldId id="256" r:id="rId2"/>
  </p:sldIdLst>
  <p:sldSz cx="38404800" cy="29260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76" userDrawn="1">
          <p15:clr>
            <a:srgbClr val="A4A3A4"/>
          </p15:clr>
        </p15:guide>
        <p15:guide id="2" pos="12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F16D64-0FC9-A642-8A4A-16B22FE426A3}" v="68" dt="2023-11-30T21:58:15.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15"/>
    <p:restoredTop sz="96197"/>
  </p:normalViewPr>
  <p:slideViewPr>
    <p:cSldViewPr snapToGrid="0">
      <p:cViewPr>
        <p:scale>
          <a:sx n="30" d="100"/>
          <a:sy n="30" d="100"/>
        </p:scale>
        <p:origin x="1040" y="200"/>
      </p:cViewPr>
      <p:guideLst>
        <p:guide orient="horz" pos="9576"/>
        <p:guide pos="12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xx Micro" userId="ce3735d86a4d1024" providerId="LiveId" clId="{CD62306B-222D-1348-91A9-D00913CB34C2}"/>
    <pc:docChg chg="undo custSel modSld">
      <pc:chgData name="Brxx Micro" userId="ce3735d86a4d1024" providerId="LiveId" clId="{CD62306B-222D-1348-91A9-D00913CB34C2}" dt="2023-11-12T04:33:03.029" v="940" actId="1076"/>
      <pc:docMkLst>
        <pc:docMk/>
      </pc:docMkLst>
      <pc:sldChg chg="addSp delSp modSp mod">
        <pc:chgData name="Brxx Micro" userId="ce3735d86a4d1024" providerId="LiveId" clId="{CD62306B-222D-1348-91A9-D00913CB34C2}" dt="2023-11-12T04:33:03.029" v="940" actId="1076"/>
        <pc:sldMkLst>
          <pc:docMk/>
          <pc:sldMk cId="1006818870" sldId="256"/>
        </pc:sldMkLst>
        <pc:spChg chg="mod topLvl">
          <ac:chgData name="Brxx Micro" userId="ce3735d86a4d1024" providerId="LiveId" clId="{CD62306B-222D-1348-91A9-D00913CB34C2}" dt="2023-11-12T03:53:27.802" v="186" actId="165"/>
          <ac:spMkLst>
            <pc:docMk/>
            <pc:sldMk cId="1006818870" sldId="256"/>
            <ac:spMk id="10" creationId="{43021F52-E6D5-2A45-36FD-67869903EEC4}"/>
          </ac:spMkLst>
        </pc:spChg>
        <pc:spChg chg="mod topLvl">
          <ac:chgData name="Brxx Micro" userId="ce3735d86a4d1024" providerId="LiveId" clId="{CD62306B-222D-1348-91A9-D00913CB34C2}" dt="2023-11-12T03:53:55.657" v="199" actId="403"/>
          <ac:spMkLst>
            <pc:docMk/>
            <pc:sldMk cId="1006818870" sldId="256"/>
            <ac:spMk id="11" creationId="{D06257D1-BCF3-8949-F593-F99B60EA6356}"/>
          </ac:spMkLst>
        </pc:spChg>
        <pc:spChg chg="mod topLvl">
          <ac:chgData name="Brxx Micro" userId="ce3735d86a4d1024" providerId="LiveId" clId="{CD62306B-222D-1348-91A9-D00913CB34C2}" dt="2023-11-12T03:53:27.802" v="186" actId="165"/>
          <ac:spMkLst>
            <pc:docMk/>
            <pc:sldMk cId="1006818870" sldId="256"/>
            <ac:spMk id="12" creationId="{15A28A12-9A98-514F-8E13-A2859444BF26}"/>
          </ac:spMkLst>
        </pc:spChg>
        <pc:spChg chg="mod topLvl">
          <ac:chgData name="Brxx Micro" userId="ce3735d86a4d1024" providerId="LiveId" clId="{CD62306B-222D-1348-91A9-D00913CB34C2}" dt="2023-11-12T03:59:05.543" v="312" actId="1076"/>
          <ac:spMkLst>
            <pc:docMk/>
            <pc:sldMk cId="1006818870" sldId="256"/>
            <ac:spMk id="14" creationId="{398D7AD0-88BE-B4E1-251D-EB6ED4C04B5B}"/>
          </ac:spMkLst>
        </pc:spChg>
        <pc:spChg chg="mod topLvl">
          <ac:chgData name="Brxx Micro" userId="ce3735d86a4d1024" providerId="LiveId" clId="{CD62306B-222D-1348-91A9-D00913CB34C2}" dt="2023-11-12T03:53:27.802" v="186" actId="165"/>
          <ac:spMkLst>
            <pc:docMk/>
            <pc:sldMk cId="1006818870" sldId="256"/>
            <ac:spMk id="15" creationId="{FEFCAB35-7B00-7427-28ED-6B8F81BB1FA9}"/>
          </ac:spMkLst>
        </pc:spChg>
        <pc:spChg chg="mod topLvl">
          <ac:chgData name="Brxx Micro" userId="ce3735d86a4d1024" providerId="LiveId" clId="{CD62306B-222D-1348-91A9-D00913CB34C2}" dt="2023-11-12T03:53:37.549" v="194" actId="1035"/>
          <ac:spMkLst>
            <pc:docMk/>
            <pc:sldMk cId="1006818870" sldId="256"/>
            <ac:spMk id="16" creationId="{83B9E02D-6409-11F6-E32D-D00AC2237748}"/>
          </ac:spMkLst>
        </pc:spChg>
        <pc:spChg chg="del mod">
          <ac:chgData name="Brxx Micro" userId="ce3735d86a4d1024" providerId="LiveId" clId="{CD62306B-222D-1348-91A9-D00913CB34C2}" dt="2023-11-12T03:53:17.389" v="183" actId="478"/>
          <ac:spMkLst>
            <pc:docMk/>
            <pc:sldMk cId="1006818870" sldId="256"/>
            <ac:spMk id="19" creationId="{2E53FCE0-5902-6548-B6E6-0D3B3119CA6F}"/>
          </ac:spMkLst>
        </pc:spChg>
        <pc:spChg chg="mod topLvl">
          <ac:chgData name="Brxx Micro" userId="ce3735d86a4d1024" providerId="LiveId" clId="{CD62306B-222D-1348-91A9-D00913CB34C2}" dt="2023-11-12T03:53:52.624" v="198" actId="1076"/>
          <ac:spMkLst>
            <pc:docMk/>
            <pc:sldMk cId="1006818870" sldId="256"/>
            <ac:spMk id="20" creationId="{282B48C1-E5E5-4818-8EA1-0AA0AE89D857}"/>
          </ac:spMkLst>
        </pc:spChg>
        <pc:spChg chg="mod topLvl">
          <ac:chgData name="Brxx Micro" userId="ce3735d86a4d1024" providerId="LiveId" clId="{CD62306B-222D-1348-91A9-D00913CB34C2}" dt="2023-11-12T04:29:03.913" v="911" actId="1076"/>
          <ac:spMkLst>
            <pc:docMk/>
            <pc:sldMk cId="1006818870" sldId="256"/>
            <ac:spMk id="23" creationId="{B540BF1C-40B8-E64B-0B54-A6BD0B33041D}"/>
          </ac:spMkLst>
        </pc:spChg>
        <pc:spChg chg="mod topLvl">
          <ac:chgData name="Brxx Micro" userId="ce3735d86a4d1024" providerId="LiveId" clId="{CD62306B-222D-1348-91A9-D00913CB34C2}" dt="2023-11-12T04:29:03.913" v="911" actId="1076"/>
          <ac:spMkLst>
            <pc:docMk/>
            <pc:sldMk cId="1006818870" sldId="256"/>
            <ac:spMk id="25" creationId="{72ED3732-C9E5-4DE4-67FF-4D7DE6F7CCC3}"/>
          </ac:spMkLst>
        </pc:spChg>
        <pc:spChg chg="mod topLvl">
          <ac:chgData name="Brxx Micro" userId="ce3735d86a4d1024" providerId="LiveId" clId="{CD62306B-222D-1348-91A9-D00913CB34C2}" dt="2023-11-12T04:29:03.913" v="911" actId="1076"/>
          <ac:spMkLst>
            <pc:docMk/>
            <pc:sldMk cId="1006818870" sldId="256"/>
            <ac:spMk id="26" creationId="{00E33863-E1B7-D678-FDE4-E72888AF0479}"/>
          </ac:spMkLst>
        </pc:spChg>
        <pc:spChg chg="mod topLvl">
          <ac:chgData name="Brxx Micro" userId="ce3735d86a4d1024" providerId="LiveId" clId="{CD62306B-222D-1348-91A9-D00913CB34C2}" dt="2023-11-12T04:29:03.913" v="911" actId="1076"/>
          <ac:spMkLst>
            <pc:docMk/>
            <pc:sldMk cId="1006818870" sldId="256"/>
            <ac:spMk id="27" creationId="{8B434F31-B684-572F-D54B-D0A3D4678D71}"/>
          </ac:spMkLst>
        </pc:spChg>
        <pc:spChg chg="mod topLvl">
          <ac:chgData name="Brxx Micro" userId="ce3735d86a4d1024" providerId="LiveId" clId="{CD62306B-222D-1348-91A9-D00913CB34C2}" dt="2023-11-12T04:29:03.913" v="911" actId="1076"/>
          <ac:spMkLst>
            <pc:docMk/>
            <pc:sldMk cId="1006818870" sldId="256"/>
            <ac:spMk id="28" creationId="{7BD408D9-0375-63E1-7E2D-6DC08498A014}"/>
          </ac:spMkLst>
        </pc:spChg>
        <pc:spChg chg="add del mod">
          <ac:chgData name="Brxx Micro" userId="ce3735d86a4d1024" providerId="LiveId" clId="{CD62306B-222D-1348-91A9-D00913CB34C2}" dt="2023-11-12T03:53:17.424" v="185"/>
          <ac:spMkLst>
            <pc:docMk/>
            <pc:sldMk cId="1006818870" sldId="256"/>
            <ac:spMk id="29" creationId="{B636F6CD-5916-7EA4-A7AE-8B99FF532A2F}"/>
          </ac:spMkLst>
        </pc:spChg>
        <pc:spChg chg="add mod">
          <ac:chgData name="Brxx Micro" userId="ce3735d86a4d1024" providerId="LiveId" clId="{CD62306B-222D-1348-91A9-D00913CB34C2}" dt="2023-11-12T04:29:03.913" v="911" actId="1076"/>
          <ac:spMkLst>
            <pc:docMk/>
            <pc:sldMk cId="1006818870" sldId="256"/>
            <ac:spMk id="30" creationId="{73D2E04E-C97B-786A-CA37-4C001249D14B}"/>
          </ac:spMkLst>
        </pc:spChg>
        <pc:spChg chg="add mod">
          <ac:chgData name="Brxx Micro" userId="ce3735d86a4d1024" providerId="LiveId" clId="{CD62306B-222D-1348-91A9-D00913CB34C2}" dt="2023-11-12T04:32:55.563" v="938" actId="1076"/>
          <ac:spMkLst>
            <pc:docMk/>
            <pc:sldMk cId="1006818870" sldId="256"/>
            <ac:spMk id="37" creationId="{EB392EAA-C580-821B-7AE7-5BA51C05A8F6}"/>
          </ac:spMkLst>
        </pc:spChg>
        <pc:spChg chg="add del mod">
          <ac:chgData name="Brxx Micro" userId="ce3735d86a4d1024" providerId="LiveId" clId="{CD62306B-222D-1348-91A9-D00913CB34C2}" dt="2023-11-12T03:56:24.131" v="238"/>
          <ac:spMkLst>
            <pc:docMk/>
            <pc:sldMk cId="1006818870" sldId="256"/>
            <ac:spMk id="39" creationId="{5005FD90-2CC7-4B8F-3AD0-2266754C9AEF}"/>
          </ac:spMkLst>
        </pc:spChg>
        <pc:spChg chg="add del mod">
          <ac:chgData name="Brxx Micro" userId="ce3735d86a4d1024" providerId="LiveId" clId="{CD62306B-222D-1348-91A9-D00913CB34C2}" dt="2023-11-12T03:56:24.131" v="238"/>
          <ac:spMkLst>
            <pc:docMk/>
            <pc:sldMk cId="1006818870" sldId="256"/>
            <ac:spMk id="40" creationId="{123E54E0-39E7-BAE6-2A53-3BB40C5BF847}"/>
          </ac:spMkLst>
        </pc:spChg>
        <pc:spChg chg="add mod">
          <ac:chgData name="Brxx Micro" userId="ce3735d86a4d1024" providerId="LiveId" clId="{CD62306B-222D-1348-91A9-D00913CB34C2}" dt="2023-11-12T04:20:39.077" v="713" actId="1076"/>
          <ac:spMkLst>
            <pc:docMk/>
            <pc:sldMk cId="1006818870" sldId="256"/>
            <ac:spMk id="44" creationId="{AB7B5FA3-1B4A-9358-131D-3AB50BFCB775}"/>
          </ac:spMkLst>
        </pc:spChg>
        <pc:spChg chg="add mod">
          <ac:chgData name="Brxx Micro" userId="ce3735d86a4d1024" providerId="LiveId" clId="{CD62306B-222D-1348-91A9-D00913CB34C2}" dt="2023-11-12T04:20:39.077" v="713" actId="1076"/>
          <ac:spMkLst>
            <pc:docMk/>
            <pc:sldMk cId="1006818870" sldId="256"/>
            <ac:spMk id="45" creationId="{A7618032-F620-29B4-6300-B6B892028BF9}"/>
          </ac:spMkLst>
        </pc:spChg>
        <pc:spChg chg="add mod">
          <ac:chgData name="Brxx Micro" userId="ce3735d86a4d1024" providerId="LiveId" clId="{CD62306B-222D-1348-91A9-D00913CB34C2}" dt="2023-11-12T04:32:49.079" v="937" actId="1076"/>
          <ac:spMkLst>
            <pc:docMk/>
            <pc:sldMk cId="1006818870" sldId="256"/>
            <ac:spMk id="50" creationId="{C1794824-DF35-D3F9-C91A-ADCFEA467256}"/>
          </ac:spMkLst>
        </pc:spChg>
        <pc:spChg chg="add del mod">
          <ac:chgData name="Brxx Micro" userId="ce3735d86a4d1024" providerId="LiveId" clId="{CD62306B-222D-1348-91A9-D00913CB34C2}" dt="2023-11-12T03:59:50.931" v="319"/>
          <ac:spMkLst>
            <pc:docMk/>
            <pc:sldMk cId="1006818870" sldId="256"/>
            <ac:spMk id="52" creationId="{68E7F4E2-1D98-702E-F432-3A9D1AABF8F0}"/>
          </ac:spMkLst>
        </pc:spChg>
        <pc:spChg chg="add del mod">
          <ac:chgData name="Brxx Micro" userId="ce3735d86a4d1024" providerId="LiveId" clId="{CD62306B-222D-1348-91A9-D00913CB34C2}" dt="2023-11-12T03:59:50.931" v="319"/>
          <ac:spMkLst>
            <pc:docMk/>
            <pc:sldMk cId="1006818870" sldId="256"/>
            <ac:spMk id="55" creationId="{82D96038-8AFA-D9F2-C53E-4988FAFA06B7}"/>
          </ac:spMkLst>
        </pc:spChg>
        <pc:spChg chg="add del mod">
          <ac:chgData name="Brxx Micro" userId="ce3735d86a4d1024" providerId="LiveId" clId="{CD62306B-222D-1348-91A9-D00913CB34C2}" dt="2023-11-12T04:03:31.489" v="408" actId="478"/>
          <ac:spMkLst>
            <pc:docMk/>
            <pc:sldMk cId="1006818870" sldId="256"/>
            <ac:spMk id="56" creationId="{681F34F8-164B-785C-5214-F0E801066117}"/>
          </ac:spMkLst>
        </pc:spChg>
        <pc:spChg chg="add mod">
          <ac:chgData name="Brxx Micro" userId="ce3735d86a4d1024" providerId="LiveId" clId="{CD62306B-222D-1348-91A9-D00913CB34C2}" dt="2023-11-12T04:29:16.015" v="912" actId="1076"/>
          <ac:spMkLst>
            <pc:docMk/>
            <pc:sldMk cId="1006818870" sldId="256"/>
            <ac:spMk id="59" creationId="{EBCB0FF3-7180-0696-7816-13F30D54185A}"/>
          </ac:spMkLst>
        </pc:spChg>
        <pc:spChg chg="add mod">
          <ac:chgData name="Brxx Micro" userId="ce3735d86a4d1024" providerId="LiveId" clId="{CD62306B-222D-1348-91A9-D00913CB34C2}" dt="2023-11-12T04:32:16.299" v="924" actId="1035"/>
          <ac:spMkLst>
            <pc:docMk/>
            <pc:sldMk cId="1006818870" sldId="256"/>
            <ac:spMk id="60" creationId="{7D68719D-8A84-3138-5D4E-1B7A7D2DC4A5}"/>
          </ac:spMkLst>
        </pc:spChg>
        <pc:spChg chg="add del mod">
          <ac:chgData name="Brxx Micro" userId="ce3735d86a4d1024" providerId="LiveId" clId="{CD62306B-222D-1348-91A9-D00913CB34C2}" dt="2023-11-12T04:09:55.611" v="553" actId="478"/>
          <ac:spMkLst>
            <pc:docMk/>
            <pc:sldMk cId="1006818870" sldId="256"/>
            <ac:spMk id="63" creationId="{21472BB9-FE87-C7E3-467F-3DC28C7C6AD6}"/>
          </ac:spMkLst>
        </pc:spChg>
        <pc:spChg chg="mod">
          <ac:chgData name="Brxx Micro" userId="ce3735d86a4d1024" providerId="LiveId" clId="{CD62306B-222D-1348-91A9-D00913CB34C2}" dt="2023-11-12T04:06:36.863" v="461" actId="255"/>
          <ac:spMkLst>
            <pc:docMk/>
            <pc:sldMk cId="1006818870" sldId="256"/>
            <ac:spMk id="256" creationId="{4A3F12F5-D52A-360B-80DE-4A6E972718F5}"/>
          </ac:spMkLst>
        </pc:spChg>
        <pc:spChg chg="mod">
          <ac:chgData name="Brxx Micro" userId="ce3735d86a4d1024" providerId="LiveId" clId="{CD62306B-222D-1348-91A9-D00913CB34C2}" dt="2023-11-12T04:06:36.863" v="461" actId="255"/>
          <ac:spMkLst>
            <pc:docMk/>
            <pc:sldMk cId="1006818870" sldId="256"/>
            <ac:spMk id="258" creationId="{9A33D98B-8DAA-17BA-AB59-099DFE76D404}"/>
          </ac:spMkLst>
        </pc:spChg>
        <pc:spChg chg="mod">
          <ac:chgData name="Brxx Micro" userId="ce3735d86a4d1024" providerId="LiveId" clId="{CD62306B-222D-1348-91A9-D00913CB34C2}" dt="2023-11-12T04:07:15.456" v="482" actId="14100"/>
          <ac:spMkLst>
            <pc:docMk/>
            <pc:sldMk cId="1006818870" sldId="256"/>
            <ac:spMk id="259" creationId="{C83572E1-E386-9FBC-4846-7195072705E1}"/>
          </ac:spMkLst>
        </pc:spChg>
        <pc:spChg chg="mod">
          <ac:chgData name="Brxx Micro" userId="ce3735d86a4d1024" providerId="LiveId" clId="{CD62306B-222D-1348-91A9-D00913CB34C2}" dt="2023-11-12T04:06:57.880" v="468" actId="20577"/>
          <ac:spMkLst>
            <pc:docMk/>
            <pc:sldMk cId="1006818870" sldId="256"/>
            <ac:spMk id="261" creationId="{5FC6F6F1-1EC2-7A8D-35EE-DDC0E75E9538}"/>
          </ac:spMkLst>
        </pc:spChg>
        <pc:spChg chg="mod">
          <ac:chgData name="Brxx Micro" userId="ce3735d86a4d1024" providerId="LiveId" clId="{CD62306B-222D-1348-91A9-D00913CB34C2}" dt="2023-11-12T04:07:41.606" v="488" actId="1076"/>
          <ac:spMkLst>
            <pc:docMk/>
            <pc:sldMk cId="1006818870" sldId="256"/>
            <ac:spMk id="262" creationId="{BDEAD7AA-FBF0-C37E-8A30-E87EFCA9C66A}"/>
          </ac:spMkLst>
        </pc:spChg>
        <pc:spChg chg="mod">
          <ac:chgData name="Brxx Micro" userId="ce3735d86a4d1024" providerId="LiveId" clId="{CD62306B-222D-1348-91A9-D00913CB34C2}" dt="2023-11-12T04:07:54.991" v="490" actId="14100"/>
          <ac:spMkLst>
            <pc:docMk/>
            <pc:sldMk cId="1006818870" sldId="256"/>
            <ac:spMk id="264" creationId="{044B9A5F-1EC3-F4E0-2397-851392322A15}"/>
          </ac:spMkLst>
        </pc:spChg>
        <pc:spChg chg="mod">
          <ac:chgData name="Brxx Micro" userId="ce3735d86a4d1024" providerId="LiveId" clId="{CD62306B-222D-1348-91A9-D00913CB34C2}" dt="2023-11-12T04:07:41.606" v="488" actId="1076"/>
          <ac:spMkLst>
            <pc:docMk/>
            <pc:sldMk cId="1006818870" sldId="256"/>
            <ac:spMk id="265" creationId="{1E4F1280-150E-12E5-3A27-E65A06AD73E9}"/>
          </ac:spMkLst>
        </pc:spChg>
        <pc:spChg chg="mod">
          <ac:chgData name="Brxx Micro" userId="ce3735d86a4d1024" providerId="LiveId" clId="{CD62306B-222D-1348-91A9-D00913CB34C2}" dt="2023-11-12T04:29:56.780" v="914" actId="113"/>
          <ac:spMkLst>
            <pc:docMk/>
            <pc:sldMk cId="1006818870" sldId="256"/>
            <ac:spMk id="267" creationId="{9CC77DBE-877C-0959-EC02-8AF3AF85BC7A}"/>
          </ac:spMkLst>
        </pc:spChg>
        <pc:spChg chg="del">
          <ac:chgData name="Brxx Micro" userId="ce3735d86a4d1024" providerId="LiveId" clId="{CD62306B-222D-1348-91A9-D00913CB34C2}" dt="2023-11-12T03:47:36.946" v="25" actId="478"/>
          <ac:spMkLst>
            <pc:docMk/>
            <pc:sldMk cId="1006818870" sldId="256"/>
            <ac:spMk id="269" creationId="{A910F536-C721-55C7-E10B-50D0A0685BCC}"/>
          </ac:spMkLst>
        </pc:spChg>
        <pc:spChg chg="mod">
          <ac:chgData name="Brxx Micro" userId="ce3735d86a4d1024" providerId="LiveId" clId="{CD62306B-222D-1348-91A9-D00913CB34C2}" dt="2023-11-12T04:33:03.029" v="940" actId="1076"/>
          <ac:spMkLst>
            <pc:docMk/>
            <pc:sldMk cId="1006818870" sldId="256"/>
            <ac:spMk id="273" creationId="{348F0363-DDEA-2869-5F77-2D50360CC7ED}"/>
          </ac:spMkLst>
        </pc:spChg>
        <pc:spChg chg="del">
          <ac:chgData name="Brxx Micro" userId="ce3735d86a4d1024" providerId="LiveId" clId="{CD62306B-222D-1348-91A9-D00913CB34C2}" dt="2023-11-12T03:47:36.946" v="25" actId="478"/>
          <ac:spMkLst>
            <pc:docMk/>
            <pc:sldMk cId="1006818870" sldId="256"/>
            <ac:spMk id="274" creationId="{06C978F2-CA74-EEFB-E23B-968FAAD5EABC}"/>
          </ac:spMkLst>
        </pc:spChg>
        <pc:spChg chg="del">
          <ac:chgData name="Brxx Micro" userId="ce3735d86a4d1024" providerId="LiveId" clId="{CD62306B-222D-1348-91A9-D00913CB34C2}" dt="2023-11-12T03:47:36.946" v="25" actId="478"/>
          <ac:spMkLst>
            <pc:docMk/>
            <pc:sldMk cId="1006818870" sldId="256"/>
            <ac:spMk id="277" creationId="{5F840A2B-3DD8-5344-F41E-08B6D6EA5624}"/>
          </ac:spMkLst>
        </pc:spChg>
        <pc:spChg chg="del">
          <ac:chgData name="Brxx Micro" userId="ce3735d86a4d1024" providerId="LiveId" clId="{CD62306B-222D-1348-91A9-D00913CB34C2}" dt="2023-11-12T03:47:36.946" v="25" actId="478"/>
          <ac:spMkLst>
            <pc:docMk/>
            <pc:sldMk cId="1006818870" sldId="256"/>
            <ac:spMk id="278" creationId="{E787D98B-2D49-1990-21CA-815C5056CB6B}"/>
          </ac:spMkLst>
        </pc:spChg>
        <pc:spChg chg="del">
          <ac:chgData name="Brxx Micro" userId="ce3735d86a4d1024" providerId="LiveId" clId="{CD62306B-222D-1348-91A9-D00913CB34C2}" dt="2023-11-12T03:47:36.946" v="25" actId="478"/>
          <ac:spMkLst>
            <pc:docMk/>
            <pc:sldMk cId="1006818870" sldId="256"/>
            <ac:spMk id="280" creationId="{FE0C47F9-56C1-ACAB-B6F6-C37D1C1C08D3}"/>
          </ac:spMkLst>
        </pc:spChg>
        <pc:spChg chg="del">
          <ac:chgData name="Brxx Micro" userId="ce3735d86a4d1024" providerId="LiveId" clId="{CD62306B-222D-1348-91A9-D00913CB34C2}" dt="2023-11-12T03:47:36.946" v="25" actId="478"/>
          <ac:spMkLst>
            <pc:docMk/>
            <pc:sldMk cId="1006818870" sldId="256"/>
            <ac:spMk id="281" creationId="{550B1418-BAEA-726D-11E1-6145FC035DE8}"/>
          </ac:spMkLst>
        </pc:spChg>
        <pc:spChg chg="del">
          <ac:chgData name="Brxx Micro" userId="ce3735d86a4d1024" providerId="LiveId" clId="{CD62306B-222D-1348-91A9-D00913CB34C2}" dt="2023-11-12T03:47:36.946" v="25" actId="478"/>
          <ac:spMkLst>
            <pc:docMk/>
            <pc:sldMk cId="1006818870" sldId="256"/>
            <ac:spMk id="282" creationId="{B3C732D8-0DD3-47F9-5722-AC6D0F1C06FE}"/>
          </ac:spMkLst>
        </pc:spChg>
        <pc:spChg chg="del">
          <ac:chgData name="Brxx Micro" userId="ce3735d86a4d1024" providerId="LiveId" clId="{CD62306B-222D-1348-91A9-D00913CB34C2}" dt="2023-11-12T03:47:36.946" v="25" actId="478"/>
          <ac:spMkLst>
            <pc:docMk/>
            <pc:sldMk cId="1006818870" sldId="256"/>
            <ac:spMk id="283" creationId="{9AA98EC9-A71A-C4CA-B5FC-8FF234A77E53}"/>
          </ac:spMkLst>
        </pc:spChg>
        <pc:spChg chg="del">
          <ac:chgData name="Brxx Micro" userId="ce3735d86a4d1024" providerId="LiveId" clId="{CD62306B-222D-1348-91A9-D00913CB34C2}" dt="2023-11-12T03:47:36.946" v="25" actId="478"/>
          <ac:spMkLst>
            <pc:docMk/>
            <pc:sldMk cId="1006818870" sldId="256"/>
            <ac:spMk id="284" creationId="{6AC4BE89-9A6B-875D-BCE8-8098F60E723D}"/>
          </ac:spMkLst>
        </pc:spChg>
        <pc:spChg chg="del">
          <ac:chgData name="Brxx Micro" userId="ce3735d86a4d1024" providerId="LiveId" clId="{CD62306B-222D-1348-91A9-D00913CB34C2}" dt="2023-11-12T03:47:36.946" v="25" actId="478"/>
          <ac:spMkLst>
            <pc:docMk/>
            <pc:sldMk cId="1006818870" sldId="256"/>
            <ac:spMk id="285" creationId="{5333B896-FD8E-5D5D-31A2-E851499FB2A0}"/>
          </ac:spMkLst>
        </pc:spChg>
        <pc:spChg chg="del">
          <ac:chgData name="Brxx Micro" userId="ce3735d86a4d1024" providerId="LiveId" clId="{CD62306B-222D-1348-91A9-D00913CB34C2}" dt="2023-11-12T03:47:36.946" v="25" actId="478"/>
          <ac:spMkLst>
            <pc:docMk/>
            <pc:sldMk cId="1006818870" sldId="256"/>
            <ac:spMk id="286" creationId="{CAA4AF7D-9C1E-2461-C876-C14E723504B7}"/>
          </ac:spMkLst>
        </pc:spChg>
        <pc:spChg chg="del">
          <ac:chgData name="Brxx Micro" userId="ce3735d86a4d1024" providerId="LiveId" clId="{CD62306B-222D-1348-91A9-D00913CB34C2}" dt="2023-11-12T03:47:36.946" v="25" actId="478"/>
          <ac:spMkLst>
            <pc:docMk/>
            <pc:sldMk cId="1006818870" sldId="256"/>
            <ac:spMk id="289" creationId="{3132C092-AEE2-171D-32A8-04576AD2905C}"/>
          </ac:spMkLst>
        </pc:spChg>
        <pc:spChg chg="del">
          <ac:chgData name="Brxx Micro" userId="ce3735d86a4d1024" providerId="LiveId" clId="{CD62306B-222D-1348-91A9-D00913CB34C2}" dt="2023-11-12T03:47:36.946" v="25" actId="478"/>
          <ac:spMkLst>
            <pc:docMk/>
            <pc:sldMk cId="1006818870" sldId="256"/>
            <ac:spMk id="290" creationId="{BD4F4466-B67C-84A3-0C83-E0C08DC4883F}"/>
          </ac:spMkLst>
        </pc:spChg>
        <pc:spChg chg="del">
          <ac:chgData name="Brxx Micro" userId="ce3735d86a4d1024" providerId="LiveId" clId="{CD62306B-222D-1348-91A9-D00913CB34C2}" dt="2023-11-12T03:47:36.946" v="25" actId="478"/>
          <ac:spMkLst>
            <pc:docMk/>
            <pc:sldMk cId="1006818870" sldId="256"/>
            <ac:spMk id="294" creationId="{50D641A9-F28D-969E-8A78-B0CE62293DFA}"/>
          </ac:spMkLst>
        </pc:spChg>
        <pc:spChg chg="del">
          <ac:chgData name="Brxx Micro" userId="ce3735d86a4d1024" providerId="LiveId" clId="{CD62306B-222D-1348-91A9-D00913CB34C2}" dt="2023-11-12T03:47:36.946" v="25" actId="478"/>
          <ac:spMkLst>
            <pc:docMk/>
            <pc:sldMk cId="1006818870" sldId="256"/>
            <ac:spMk id="295" creationId="{3951C52E-895A-9FF3-F8CF-E097D08B9C49}"/>
          </ac:spMkLst>
        </pc:spChg>
        <pc:spChg chg="del">
          <ac:chgData name="Brxx Micro" userId="ce3735d86a4d1024" providerId="LiveId" clId="{CD62306B-222D-1348-91A9-D00913CB34C2}" dt="2023-11-12T03:47:36.946" v="25" actId="478"/>
          <ac:spMkLst>
            <pc:docMk/>
            <pc:sldMk cId="1006818870" sldId="256"/>
            <ac:spMk id="296" creationId="{AAE6C4A5-FF3B-EFCD-6663-11A4259A1A46}"/>
          </ac:spMkLst>
        </pc:spChg>
        <pc:spChg chg="del">
          <ac:chgData name="Brxx Micro" userId="ce3735d86a4d1024" providerId="LiveId" clId="{CD62306B-222D-1348-91A9-D00913CB34C2}" dt="2023-11-12T03:47:36.946" v="25" actId="478"/>
          <ac:spMkLst>
            <pc:docMk/>
            <pc:sldMk cId="1006818870" sldId="256"/>
            <ac:spMk id="297" creationId="{B3C8EE42-5951-A309-85A5-E829F5329A1A}"/>
          </ac:spMkLst>
        </pc:spChg>
        <pc:spChg chg="del">
          <ac:chgData name="Brxx Micro" userId="ce3735d86a4d1024" providerId="LiveId" clId="{CD62306B-222D-1348-91A9-D00913CB34C2}" dt="2023-11-12T03:47:36.946" v="25" actId="478"/>
          <ac:spMkLst>
            <pc:docMk/>
            <pc:sldMk cId="1006818870" sldId="256"/>
            <ac:spMk id="298" creationId="{90DF1A87-B9B8-53F9-2AC9-54E05DB975CA}"/>
          </ac:spMkLst>
        </pc:spChg>
        <pc:spChg chg="del">
          <ac:chgData name="Brxx Micro" userId="ce3735d86a4d1024" providerId="LiveId" clId="{CD62306B-222D-1348-91A9-D00913CB34C2}" dt="2023-11-12T03:47:36.946" v="25" actId="478"/>
          <ac:spMkLst>
            <pc:docMk/>
            <pc:sldMk cId="1006818870" sldId="256"/>
            <ac:spMk id="299" creationId="{3E03CAEC-1169-A708-2C4B-01E3FBEC24B3}"/>
          </ac:spMkLst>
        </pc:spChg>
        <pc:spChg chg="del">
          <ac:chgData name="Brxx Micro" userId="ce3735d86a4d1024" providerId="LiveId" clId="{CD62306B-222D-1348-91A9-D00913CB34C2}" dt="2023-11-12T03:47:36.946" v="25" actId="478"/>
          <ac:spMkLst>
            <pc:docMk/>
            <pc:sldMk cId="1006818870" sldId="256"/>
            <ac:spMk id="300" creationId="{BB0BB882-0CA2-8EDD-9623-5BFB3DF3456B}"/>
          </ac:spMkLst>
        </pc:spChg>
        <pc:spChg chg="del">
          <ac:chgData name="Brxx Micro" userId="ce3735d86a4d1024" providerId="LiveId" clId="{CD62306B-222D-1348-91A9-D00913CB34C2}" dt="2023-11-12T03:47:36.946" v="25" actId="478"/>
          <ac:spMkLst>
            <pc:docMk/>
            <pc:sldMk cId="1006818870" sldId="256"/>
            <ac:spMk id="301" creationId="{3C150D19-BFFF-8425-DC61-ED164899B3CF}"/>
          </ac:spMkLst>
        </pc:spChg>
        <pc:spChg chg="del">
          <ac:chgData name="Brxx Micro" userId="ce3735d86a4d1024" providerId="LiveId" clId="{CD62306B-222D-1348-91A9-D00913CB34C2}" dt="2023-11-12T03:47:36.946" v="25" actId="478"/>
          <ac:spMkLst>
            <pc:docMk/>
            <pc:sldMk cId="1006818870" sldId="256"/>
            <ac:spMk id="302" creationId="{F7A6E8BB-30D0-21AA-6087-6D6DC91F13BC}"/>
          </ac:spMkLst>
        </pc:spChg>
        <pc:spChg chg="del">
          <ac:chgData name="Brxx Micro" userId="ce3735d86a4d1024" providerId="LiveId" clId="{CD62306B-222D-1348-91A9-D00913CB34C2}" dt="2023-11-12T03:47:36.946" v="25" actId="478"/>
          <ac:spMkLst>
            <pc:docMk/>
            <pc:sldMk cId="1006818870" sldId="256"/>
            <ac:spMk id="303" creationId="{1B6F5311-8D77-D558-5507-3A928A75D418}"/>
          </ac:spMkLst>
        </pc:spChg>
        <pc:spChg chg="del">
          <ac:chgData name="Brxx Micro" userId="ce3735d86a4d1024" providerId="LiveId" clId="{CD62306B-222D-1348-91A9-D00913CB34C2}" dt="2023-11-12T03:47:36.946" v="25" actId="478"/>
          <ac:spMkLst>
            <pc:docMk/>
            <pc:sldMk cId="1006818870" sldId="256"/>
            <ac:spMk id="305" creationId="{CA34C784-E325-5622-99F2-0F17D81FE0B3}"/>
          </ac:spMkLst>
        </pc:spChg>
        <pc:spChg chg="del">
          <ac:chgData name="Brxx Micro" userId="ce3735d86a4d1024" providerId="LiveId" clId="{CD62306B-222D-1348-91A9-D00913CB34C2}" dt="2023-11-12T03:47:36.946" v="25" actId="478"/>
          <ac:spMkLst>
            <pc:docMk/>
            <pc:sldMk cId="1006818870" sldId="256"/>
            <ac:spMk id="306" creationId="{692561FF-3143-BE75-95C3-979D90068B8E}"/>
          </ac:spMkLst>
        </pc:spChg>
        <pc:spChg chg="del">
          <ac:chgData name="Brxx Micro" userId="ce3735d86a4d1024" providerId="LiveId" clId="{CD62306B-222D-1348-91A9-D00913CB34C2}" dt="2023-11-12T03:47:36.946" v="25" actId="478"/>
          <ac:spMkLst>
            <pc:docMk/>
            <pc:sldMk cId="1006818870" sldId="256"/>
            <ac:spMk id="308" creationId="{DAEC690C-3EC0-B75B-D581-E3889327C33D}"/>
          </ac:spMkLst>
        </pc:spChg>
        <pc:spChg chg="del">
          <ac:chgData name="Brxx Micro" userId="ce3735d86a4d1024" providerId="LiveId" clId="{CD62306B-222D-1348-91A9-D00913CB34C2}" dt="2023-11-12T03:47:36.946" v="25" actId="478"/>
          <ac:spMkLst>
            <pc:docMk/>
            <pc:sldMk cId="1006818870" sldId="256"/>
            <ac:spMk id="323" creationId="{F0B87265-E43C-9810-4113-D7BB47B42B00}"/>
          </ac:spMkLst>
        </pc:spChg>
        <pc:spChg chg="del">
          <ac:chgData name="Brxx Micro" userId="ce3735d86a4d1024" providerId="LiveId" clId="{CD62306B-222D-1348-91A9-D00913CB34C2}" dt="2023-11-12T03:47:36.946" v="25" actId="478"/>
          <ac:spMkLst>
            <pc:docMk/>
            <pc:sldMk cId="1006818870" sldId="256"/>
            <ac:spMk id="328" creationId="{C3E6C9AB-287E-FB56-9707-28F4F677053E}"/>
          </ac:spMkLst>
        </pc:spChg>
        <pc:spChg chg="del">
          <ac:chgData name="Brxx Micro" userId="ce3735d86a4d1024" providerId="LiveId" clId="{CD62306B-222D-1348-91A9-D00913CB34C2}" dt="2023-11-12T03:47:36.946" v="25" actId="478"/>
          <ac:spMkLst>
            <pc:docMk/>
            <pc:sldMk cId="1006818870" sldId="256"/>
            <ac:spMk id="329" creationId="{20367E18-09C6-B9E1-E4BA-E6133689F1AF}"/>
          </ac:spMkLst>
        </pc:spChg>
        <pc:spChg chg="del">
          <ac:chgData name="Brxx Micro" userId="ce3735d86a4d1024" providerId="LiveId" clId="{CD62306B-222D-1348-91A9-D00913CB34C2}" dt="2023-11-12T03:47:36.946" v="25" actId="478"/>
          <ac:spMkLst>
            <pc:docMk/>
            <pc:sldMk cId="1006818870" sldId="256"/>
            <ac:spMk id="330" creationId="{EB3EA135-2CB2-EEB1-75D5-D332376F9390}"/>
          </ac:spMkLst>
        </pc:spChg>
        <pc:spChg chg="del">
          <ac:chgData name="Brxx Micro" userId="ce3735d86a4d1024" providerId="LiveId" clId="{CD62306B-222D-1348-91A9-D00913CB34C2}" dt="2023-11-12T03:47:36.946" v="25" actId="478"/>
          <ac:spMkLst>
            <pc:docMk/>
            <pc:sldMk cId="1006818870" sldId="256"/>
            <ac:spMk id="331" creationId="{B879227C-C7D5-A27A-2315-91C8A29C9A72}"/>
          </ac:spMkLst>
        </pc:spChg>
        <pc:spChg chg="del">
          <ac:chgData name="Brxx Micro" userId="ce3735d86a4d1024" providerId="LiveId" clId="{CD62306B-222D-1348-91A9-D00913CB34C2}" dt="2023-11-12T03:47:36.946" v="25" actId="478"/>
          <ac:spMkLst>
            <pc:docMk/>
            <pc:sldMk cId="1006818870" sldId="256"/>
            <ac:spMk id="339" creationId="{73373D62-A958-79A2-D586-437D03656FF4}"/>
          </ac:spMkLst>
        </pc:spChg>
        <pc:spChg chg="del">
          <ac:chgData name="Brxx Micro" userId="ce3735d86a4d1024" providerId="LiveId" clId="{CD62306B-222D-1348-91A9-D00913CB34C2}" dt="2023-11-12T03:47:36.946" v="25" actId="478"/>
          <ac:spMkLst>
            <pc:docMk/>
            <pc:sldMk cId="1006818870" sldId="256"/>
            <ac:spMk id="341" creationId="{0E07F4BC-6243-7A80-2F52-957FBCE2679C}"/>
          </ac:spMkLst>
        </pc:spChg>
        <pc:spChg chg="del">
          <ac:chgData name="Brxx Micro" userId="ce3735d86a4d1024" providerId="LiveId" clId="{CD62306B-222D-1348-91A9-D00913CB34C2}" dt="2023-11-12T03:47:36.946" v="25" actId="478"/>
          <ac:spMkLst>
            <pc:docMk/>
            <pc:sldMk cId="1006818870" sldId="256"/>
            <ac:spMk id="348" creationId="{C3178613-2BE8-C3F0-DDCC-A197C80EA532}"/>
          </ac:spMkLst>
        </pc:spChg>
        <pc:spChg chg="del">
          <ac:chgData name="Brxx Micro" userId="ce3735d86a4d1024" providerId="LiveId" clId="{CD62306B-222D-1348-91A9-D00913CB34C2}" dt="2023-11-12T03:47:36.946" v="25" actId="478"/>
          <ac:spMkLst>
            <pc:docMk/>
            <pc:sldMk cId="1006818870" sldId="256"/>
            <ac:spMk id="350" creationId="{FC06F862-E653-6C9F-5570-EDE33D8FF92B}"/>
          </ac:spMkLst>
        </pc:spChg>
        <pc:spChg chg="del">
          <ac:chgData name="Brxx Micro" userId="ce3735d86a4d1024" providerId="LiveId" clId="{CD62306B-222D-1348-91A9-D00913CB34C2}" dt="2023-11-12T03:47:36.946" v="25" actId="478"/>
          <ac:spMkLst>
            <pc:docMk/>
            <pc:sldMk cId="1006818870" sldId="256"/>
            <ac:spMk id="351" creationId="{592E7DE6-F75A-0333-B288-71C12F6CF8CA}"/>
          </ac:spMkLst>
        </pc:spChg>
        <pc:spChg chg="del">
          <ac:chgData name="Brxx Micro" userId="ce3735d86a4d1024" providerId="LiveId" clId="{CD62306B-222D-1348-91A9-D00913CB34C2}" dt="2023-11-12T03:47:36.946" v="25" actId="478"/>
          <ac:spMkLst>
            <pc:docMk/>
            <pc:sldMk cId="1006818870" sldId="256"/>
            <ac:spMk id="352" creationId="{29A18A11-C9F1-14BB-8A5D-7A7B661A9F6F}"/>
          </ac:spMkLst>
        </pc:spChg>
        <pc:spChg chg="del">
          <ac:chgData name="Brxx Micro" userId="ce3735d86a4d1024" providerId="LiveId" clId="{CD62306B-222D-1348-91A9-D00913CB34C2}" dt="2023-11-12T03:47:36.946" v="25" actId="478"/>
          <ac:spMkLst>
            <pc:docMk/>
            <pc:sldMk cId="1006818870" sldId="256"/>
            <ac:spMk id="354" creationId="{5CF8011B-B639-810D-03C8-124ED63A48BC}"/>
          </ac:spMkLst>
        </pc:spChg>
        <pc:spChg chg="del">
          <ac:chgData name="Brxx Micro" userId="ce3735d86a4d1024" providerId="LiveId" clId="{CD62306B-222D-1348-91A9-D00913CB34C2}" dt="2023-11-12T03:47:36.946" v="25" actId="478"/>
          <ac:spMkLst>
            <pc:docMk/>
            <pc:sldMk cId="1006818870" sldId="256"/>
            <ac:spMk id="355" creationId="{FCA43473-D3F0-0B24-CAE4-738716856D0B}"/>
          </ac:spMkLst>
        </pc:spChg>
        <pc:spChg chg="del">
          <ac:chgData name="Brxx Micro" userId="ce3735d86a4d1024" providerId="LiveId" clId="{CD62306B-222D-1348-91A9-D00913CB34C2}" dt="2023-11-12T03:47:36.946" v="25" actId="478"/>
          <ac:spMkLst>
            <pc:docMk/>
            <pc:sldMk cId="1006818870" sldId="256"/>
            <ac:spMk id="356" creationId="{08DEB672-077D-1E15-95B6-1313B0E70BF5}"/>
          </ac:spMkLst>
        </pc:spChg>
        <pc:spChg chg="del">
          <ac:chgData name="Brxx Micro" userId="ce3735d86a4d1024" providerId="LiveId" clId="{CD62306B-222D-1348-91A9-D00913CB34C2}" dt="2023-11-12T03:47:36.946" v="25" actId="478"/>
          <ac:spMkLst>
            <pc:docMk/>
            <pc:sldMk cId="1006818870" sldId="256"/>
            <ac:spMk id="357" creationId="{9B1A3117-4570-696E-C6F7-F6F9A9686327}"/>
          </ac:spMkLst>
        </pc:spChg>
        <pc:spChg chg="del">
          <ac:chgData name="Brxx Micro" userId="ce3735d86a4d1024" providerId="LiveId" clId="{CD62306B-222D-1348-91A9-D00913CB34C2}" dt="2023-11-12T03:47:36.946" v="25" actId="478"/>
          <ac:spMkLst>
            <pc:docMk/>
            <pc:sldMk cId="1006818870" sldId="256"/>
            <ac:spMk id="358" creationId="{CD26DBAA-1148-4CC0-CD86-CA1D7CB936F5}"/>
          </ac:spMkLst>
        </pc:spChg>
        <pc:spChg chg="del">
          <ac:chgData name="Brxx Micro" userId="ce3735d86a4d1024" providerId="LiveId" clId="{CD62306B-222D-1348-91A9-D00913CB34C2}" dt="2023-11-12T03:47:36.946" v="25" actId="478"/>
          <ac:spMkLst>
            <pc:docMk/>
            <pc:sldMk cId="1006818870" sldId="256"/>
            <ac:spMk id="360" creationId="{EBFED84C-EF48-34DD-7A15-6ED45A68BA5D}"/>
          </ac:spMkLst>
        </pc:spChg>
        <pc:spChg chg="del">
          <ac:chgData name="Brxx Micro" userId="ce3735d86a4d1024" providerId="LiveId" clId="{CD62306B-222D-1348-91A9-D00913CB34C2}" dt="2023-11-12T03:47:36.946" v="25" actId="478"/>
          <ac:spMkLst>
            <pc:docMk/>
            <pc:sldMk cId="1006818870" sldId="256"/>
            <ac:spMk id="370" creationId="{DA6487DF-4D75-8B60-9BD2-DBD3980650CE}"/>
          </ac:spMkLst>
        </pc:spChg>
        <pc:spChg chg="del">
          <ac:chgData name="Brxx Micro" userId="ce3735d86a4d1024" providerId="LiveId" clId="{CD62306B-222D-1348-91A9-D00913CB34C2}" dt="2023-11-12T03:47:36.946" v="25" actId="478"/>
          <ac:spMkLst>
            <pc:docMk/>
            <pc:sldMk cId="1006818870" sldId="256"/>
            <ac:spMk id="372" creationId="{3F293BE7-7586-2CD2-24E3-E9DEDFCE0CCF}"/>
          </ac:spMkLst>
        </pc:spChg>
        <pc:spChg chg="del">
          <ac:chgData name="Brxx Micro" userId="ce3735d86a4d1024" providerId="LiveId" clId="{CD62306B-222D-1348-91A9-D00913CB34C2}" dt="2023-11-12T03:47:36.946" v="25" actId="478"/>
          <ac:spMkLst>
            <pc:docMk/>
            <pc:sldMk cId="1006818870" sldId="256"/>
            <ac:spMk id="374" creationId="{EE124742-2B54-14B3-935C-8F33E125A87D}"/>
          </ac:spMkLst>
        </pc:spChg>
        <pc:spChg chg="del">
          <ac:chgData name="Brxx Micro" userId="ce3735d86a4d1024" providerId="LiveId" clId="{CD62306B-222D-1348-91A9-D00913CB34C2}" dt="2023-11-12T03:47:36.946" v="25" actId="478"/>
          <ac:spMkLst>
            <pc:docMk/>
            <pc:sldMk cId="1006818870" sldId="256"/>
            <ac:spMk id="375" creationId="{61DE900C-5882-4525-4C96-49129C57D619}"/>
          </ac:spMkLst>
        </pc:spChg>
        <pc:spChg chg="del">
          <ac:chgData name="Brxx Micro" userId="ce3735d86a4d1024" providerId="LiveId" clId="{CD62306B-222D-1348-91A9-D00913CB34C2}" dt="2023-11-12T03:47:36.946" v="25" actId="478"/>
          <ac:spMkLst>
            <pc:docMk/>
            <pc:sldMk cId="1006818870" sldId="256"/>
            <ac:spMk id="376" creationId="{2C32DAAA-9241-D49A-2671-40056E011259}"/>
          </ac:spMkLst>
        </pc:spChg>
        <pc:spChg chg="del">
          <ac:chgData name="Brxx Micro" userId="ce3735d86a4d1024" providerId="LiveId" clId="{CD62306B-222D-1348-91A9-D00913CB34C2}" dt="2023-11-12T03:47:36.946" v="25" actId="478"/>
          <ac:spMkLst>
            <pc:docMk/>
            <pc:sldMk cId="1006818870" sldId="256"/>
            <ac:spMk id="377" creationId="{26D8784D-5FE9-AA22-742D-6C7D5332E3F4}"/>
          </ac:spMkLst>
        </pc:spChg>
        <pc:spChg chg="del">
          <ac:chgData name="Brxx Micro" userId="ce3735d86a4d1024" providerId="LiveId" clId="{CD62306B-222D-1348-91A9-D00913CB34C2}" dt="2023-11-12T03:47:36.946" v="25" actId="478"/>
          <ac:spMkLst>
            <pc:docMk/>
            <pc:sldMk cId="1006818870" sldId="256"/>
            <ac:spMk id="384" creationId="{0878E975-549A-358A-473E-D46475271D82}"/>
          </ac:spMkLst>
        </pc:spChg>
        <pc:spChg chg="mod">
          <ac:chgData name="Brxx Micro" userId="ce3735d86a4d1024" providerId="LiveId" clId="{CD62306B-222D-1348-91A9-D00913CB34C2}" dt="2023-11-12T03:46:46.549" v="20" actId="403"/>
          <ac:spMkLst>
            <pc:docMk/>
            <pc:sldMk cId="1006818870" sldId="256"/>
            <ac:spMk id="437" creationId="{5C3572A3-F978-92FB-4A6B-D22091FE326F}"/>
          </ac:spMkLst>
        </pc:spChg>
        <pc:spChg chg="mod">
          <ac:chgData name="Brxx Micro" userId="ce3735d86a4d1024" providerId="LiveId" clId="{CD62306B-222D-1348-91A9-D00913CB34C2}" dt="2023-11-12T03:46:46.549" v="20" actId="403"/>
          <ac:spMkLst>
            <pc:docMk/>
            <pc:sldMk cId="1006818870" sldId="256"/>
            <ac:spMk id="438" creationId="{9FD74276-1D86-2ABA-DA14-D887494374B2}"/>
          </ac:spMkLst>
        </pc:spChg>
        <pc:spChg chg="del">
          <ac:chgData name="Brxx Micro" userId="ce3735d86a4d1024" providerId="LiveId" clId="{CD62306B-222D-1348-91A9-D00913CB34C2}" dt="2023-11-12T03:45:05.225" v="1" actId="478"/>
          <ac:spMkLst>
            <pc:docMk/>
            <pc:sldMk cId="1006818870" sldId="256"/>
            <ac:spMk id="439" creationId="{126531B1-7D58-369F-943B-1DE2E709F9C7}"/>
          </ac:spMkLst>
        </pc:spChg>
        <pc:spChg chg="del">
          <ac:chgData name="Brxx Micro" userId="ce3735d86a4d1024" providerId="LiveId" clId="{CD62306B-222D-1348-91A9-D00913CB34C2}" dt="2023-11-12T03:47:36.946" v="25" actId="478"/>
          <ac:spMkLst>
            <pc:docMk/>
            <pc:sldMk cId="1006818870" sldId="256"/>
            <ac:spMk id="480" creationId="{A88B032D-5FD9-1D92-6EDE-365EA74C4197}"/>
          </ac:spMkLst>
        </pc:spChg>
        <pc:spChg chg="del">
          <ac:chgData name="Brxx Micro" userId="ce3735d86a4d1024" providerId="LiveId" clId="{CD62306B-222D-1348-91A9-D00913CB34C2}" dt="2023-11-12T03:47:36.946" v="25" actId="478"/>
          <ac:spMkLst>
            <pc:docMk/>
            <pc:sldMk cId="1006818870" sldId="256"/>
            <ac:spMk id="481" creationId="{77D74E16-6C3C-EEB5-61AD-5EB7F78F64B6}"/>
          </ac:spMkLst>
        </pc:spChg>
        <pc:spChg chg="del">
          <ac:chgData name="Brxx Micro" userId="ce3735d86a4d1024" providerId="LiveId" clId="{CD62306B-222D-1348-91A9-D00913CB34C2}" dt="2023-11-12T03:47:36.946" v="25" actId="478"/>
          <ac:spMkLst>
            <pc:docMk/>
            <pc:sldMk cId="1006818870" sldId="256"/>
            <ac:spMk id="482" creationId="{4F4145EA-98A9-1BFC-2463-71C3E10B9B15}"/>
          </ac:spMkLst>
        </pc:spChg>
        <pc:spChg chg="del">
          <ac:chgData name="Brxx Micro" userId="ce3735d86a4d1024" providerId="LiveId" clId="{CD62306B-222D-1348-91A9-D00913CB34C2}" dt="2023-11-12T03:47:36.946" v="25" actId="478"/>
          <ac:spMkLst>
            <pc:docMk/>
            <pc:sldMk cId="1006818870" sldId="256"/>
            <ac:spMk id="488" creationId="{B0E256A4-F403-ED93-1D32-645AEEE76ADC}"/>
          </ac:spMkLst>
        </pc:spChg>
        <pc:spChg chg="del">
          <ac:chgData name="Brxx Micro" userId="ce3735d86a4d1024" providerId="LiveId" clId="{CD62306B-222D-1348-91A9-D00913CB34C2}" dt="2023-11-12T03:47:36.946" v="25" actId="478"/>
          <ac:spMkLst>
            <pc:docMk/>
            <pc:sldMk cId="1006818870" sldId="256"/>
            <ac:spMk id="489" creationId="{599529E7-4222-A442-091B-4FD21B0DB4B4}"/>
          </ac:spMkLst>
        </pc:spChg>
        <pc:spChg chg="del">
          <ac:chgData name="Brxx Micro" userId="ce3735d86a4d1024" providerId="LiveId" clId="{CD62306B-222D-1348-91A9-D00913CB34C2}" dt="2023-11-12T03:47:36.946" v="25" actId="478"/>
          <ac:spMkLst>
            <pc:docMk/>
            <pc:sldMk cId="1006818870" sldId="256"/>
            <ac:spMk id="490" creationId="{CD20943D-15DB-2268-7BD4-969C35D68368}"/>
          </ac:spMkLst>
        </pc:spChg>
        <pc:spChg chg="del">
          <ac:chgData name="Brxx Micro" userId="ce3735d86a4d1024" providerId="LiveId" clId="{CD62306B-222D-1348-91A9-D00913CB34C2}" dt="2023-11-12T03:47:36.946" v="25" actId="478"/>
          <ac:spMkLst>
            <pc:docMk/>
            <pc:sldMk cId="1006818870" sldId="256"/>
            <ac:spMk id="491" creationId="{394A22E6-DBFC-85D8-90F6-E244D150E4C6}"/>
          </ac:spMkLst>
        </pc:spChg>
        <pc:spChg chg="del">
          <ac:chgData name="Brxx Micro" userId="ce3735d86a4d1024" providerId="LiveId" clId="{CD62306B-222D-1348-91A9-D00913CB34C2}" dt="2023-11-12T03:47:36.946" v="25" actId="478"/>
          <ac:spMkLst>
            <pc:docMk/>
            <pc:sldMk cId="1006818870" sldId="256"/>
            <ac:spMk id="492" creationId="{3A408994-D51D-C99F-7825-066E4F3E9501}"/>
          </ac:spMkLst>
        </pc:spChg>
        <pc:spChg chg="del">
          <ac:chgData name="Brxx Micro" userId="ce3735d86a4d1024" providerId="LiveId" clId="{CD62306B-222D-1348-91A9-D00913CB34C2}" dt="2023-11-12T03:47:36.946" v="25" actId="478"/>
          <ac:spMkLst>
            <pc:docMk/>
            <pc:sldMk cId="1006818870" sldId="256"/>
            <ac:spMk id="493" creationId="{06A47ECF-2390-A7FA-3869-8D82DB932E0D}"/>
          </ac:spMkLst>
        </pc:spChg>
        <pc:spChg chg="del">
          <ac:chgData name="Brxx Micro" userId="ce3735d86a4d1024" providerId="LiveId" clId="{CD62306B-222D-1348-91A9-D00913CB34C2}" dt="2023-11-12T03:45:05.225" v="1" actId="478"/>
          <ac:spMkLst>
            <pc:docMk/>
            <pc:sldMk cId="1006818870" sldId="256"/>
            <ac:spMk id="494" creationId="{90F86BFB-1BB5-41E1-52B4-A5907366432E}"/>
          </ac:spMkLst>
        </pc:spChg>
        <pc:spChg chg="mod">
          <ac:chgData name="Brxx Micro" userId="ce3735d86a4d1024" providerId="LiveId" clId="{CD62306B-222D-1348-91A9-D00913CB34C2}" dt="2023-11-12T04:06:36.863" v="461" actId="255"/>
          <ac:spMkLst>
            <pc:docMk/>
            <pc:sldMk cId="1006818870" sldId="256"/>
            <ac:spMk id="508" creationId="{677EB7A6-631B-E06B-DC73-CB2E3C09804A}"/>
          </ac:spMkLst>
        </pc:spChg>
        <pc:spChg chg="mod">
          <ac:chgData name="Brxx Micro" userId="ce3735d86a4d1024" providerId="LiveId" clId="{CD62306B-222D-1348-91A9-D00913CB34C2}" dt="2023-11-12T04:06:36.863" v="461" actId="255"/>
          <ac:spMkLst>
            <pc:docMk/>
            <pc:sldMk cId="1006818870" sldId="256"/>
            <ac:spMk id="509" creationId="{9AC4C284-AD21-5B4B-1E3F-7FB6814468BC}"/>
          </ac:spMkLst>
        </pc:spChg>
        <pc:spChg chg="mod">
          <ac:chgData name="Brxx Micro" userId="ce3735d86a4d1024" providerId="LiveId" clId="{CD62306B-222D-1348-91A9-D00913CB34C2}" dt="2023-11-12T04:06:36.863" v="461" actId="255"/>
          <ac:spMkLst>
            <pc:docMk/>
            <pc:sldMk cId="1006818870" sldId="256"/>
            <ac:spMk id="510" creationId="{209C2762-39A9-38BA-8DA7-E3C234DB5AEB}"/>
          </ac:spMkLst>
        </pc:spChg>
        <pc:spChg chg="add mod">
          <ac:chgData name="Brxx Micro" userId="ce3735d86a4d1024" providerId="LiveId" clId="{CD62306B-222D-1348-91A9-D00913CB34C2}" dt="2023-11-12T04:28:04.743" v="904" actId="1076"/>
          <ac:spMkLst>
            <pc:docMk/>
            <pc:sldMk cId="1006818870" sldId="256"/>
            <ac:spMk id="513" creationId="{28BD9240-B922-7D36-EB95-C5951EE2F57E}"/>
          </ac:spMkLst>
        </pc:spChg>
        <pc:spChg chg="add mod">
          <ac:chgData name="Brxx Micro" userId="ce3735d86a4d1024" providerId="LiveId" clId="{CD62306B-222D-1348-91A9-D00913CB34C2}" dt="2023-11-12T04:28:04.743" v="904" actId="1076"/>
          <ac:spMkLst>
            <pc:docMk/>
            <pc:sldMk cId="1006818870" sldId="256"/>
            <ac:spMk id="514" creationId="{7236BCFE-EA41-8404-D697-616681D08404}"/>
          </ac:spMkLst>
        </pc:spChg>
        <pc:spChg chg="add mod">
          <ac:chgData name="Brxx Micro" userId="ce3735d86a4d1024" providerId="LiveId" clId="{CD62306B-222D-1348-91A9-D00913CB34C2}" dt="2023-11-12T04:28:08.706" v="905" actId="1076"/>
          <ac:spMkLst>
            <pc:docMk/>
            <pc:sldMk cId="1006818870" sldId="256"/>
            <ac:spMk id="516" creationId="{E39C3154-AB42-2F1A-A445-3A2ED487FF09}"/>
          </ac:spMkLst>
        </pc:spChg>
        <pc:spChg chg="add mod">
          <ac:chgData name="Brxx Micro" userId="ce3735d86a4d1024" providerId="LiveId" clId="{CD62306B-222D-1348-91A9-D00913CB34C2}" dt="2023-11-12T04:28:18.192" v="907" actId="1076"/>
          <ac:spMkLst>
            <pc:docMk/>
            <pc:sldMk cId="1006818870" sldId="256"/>
            <ac:spMk id="517" creationId="{F56F27DE-4FEB-F489-067E-346D0382FB37}"/>
          </ac:spMkLst>
        </pc:spChg>
        <pc:spChg chg="add mod">
          <ac:chgData name="Brxx Micro" userId="ce3735d86a4d1024" providerId="LiveId" clId="{CD62306B-222D-1348-91A9-D00913CB34C2}" dt="2023-11-12T04:32:58.229" v="939" actId="1076"/>
          <ac:spMkLst>
            <pc:docMk/>
            <pc:sldMk cId="1006818870" sldId="256"/>
            <ac:spMk id="518" creationId="{1069D5B6-6531-5D8B-E52F-475AEAC38564}"/>
          </ac:spMkLst>
        </pc:spChg>
        <pc:spChg chg="mod">
          <ac:chgData name="Brxx Micro" userId="ce3735d86a4d1024" providerId="LiveId" clId="{CD62306B-222D-1348-91A9-D00913CB34C2}" dt="2023-11-12T04:16:34.903" v="632" actId="255"/>
          <ac:spMkLst>
            <pc:docMk/>
            <pc:sldMk cId="1006818870" sldId="256"/>
            <ac:spMk id="522" creationId="{B8F57AFE-01E1-5297-15BE-140B1A583016}"/>
          </ac:spMkLst>
        </pc:spChg>
        <pc:spChg chg="mod">
          <ac:chgData name="Brxx Micro" userId="ce3735d86a4d1024" providerId="LiveId" clId="{CD62306B-222D-1348-91A9-D00913CB34C2}" dt="2023-11-12T04:16:34.903" v="632" actId="255"/>
          <ac:spMkLst>
            <pc:docMk/>
            <pc:sldMk cId="1006818870" sldId="256"/>
            <ac:spMk id="524" creationId="{B2721539-181D-1850-7468-DCF62D60825F}"/>
          </ac:spMkLst>
        </pc:spChg>
        <pc:spChg chg="mod">
          <ac:chgData name="Brxx Micro" userId="ce3735d86a4d1024" providerId="LiveId" clId="{CD62306B-222D-1348-91A9-D00913CB34C2}" dt="2023-11-12T04:16:34.903" v="632" actId="255"/>
          <ac:spMkLst>
            <pc:docMk/>
            <pc:sldMk cId="1006818870" sldId="256"/>
            <ac:spMk id="526" creationId="{9D3EE44F-0BC0-89E5-4061-0A1E37AA362F}"/>
          </ac:spMkLst>
        </pc:spChg>
        <pc:spChg chg="mod">
          <ac:chgData name="Brxx Micro" userId="ce3735d86a4d1024" providerId="LiveId" clId="{CD62306B-222D-1348-91A9-D00913CB34C2}" dt="2023-11-12T04:16:34.903" v="632" actId="255"/>
          <ac:spMkLst>
            <pc:docMk/>
            <pc:sldMk cId="1006818870" sldId="256"/>
            <ac:spMk id="528" creationId="{603D5A80-52FE-41AC-2A9F-3CC7537D35DA}"/>
          </ac:spMkLst>
        </pc:spChg>
        <pc:spChg chg="mod">
          <ac:chgData name="Brxx Micro" userId="ce3735d86a4d1024" providerId="LiveId" clId="{CD62306B-222D-1348-91A9-D00913CB34C2}" dt="2023-11-12T04:16:34.903" v="632" actId="255"/>
          <ac:spMkLst>
            <pc:docMk/>
            <pc:sldMk cId="1006818870" sldId="256"/>
            <ac:spMk id="529" creationId="{8A5733FE-E3A3-DE57-C873-3B5D642BAAF1}"/>
          </ac:spMkLst>
        </pc:spChg>
        <pc:spChg chg="mod">
          <ac:chgData name="Brxx Micro" userId="ce3735d86a4d1024" providerId="LiveId" clId="{CD62306B-222D-1348-91A9-D00913CB34C2}" dt="2023-11-12T04:16:34.903" v="632" actId="255"/>
          <ac:spMkLst>
            <pc:docMk/>
            <pc:sldMk cId="1006818870" sldId="256"/>
            <ac:spMk id="531" creationId="{47632E5C-ABD5-B5CD-CAB8-19E6BEA99FEF}"/>
          </ac:spMkLst>
        </pc:spChg>
        <pc:spChg chg="mod">
          <ac:chgData name="Brxx Micro" userId="ce3735d86a4d1024" providerId="LiveId" clId="{CD62306B-222D-1348-91A9-D00913CB34C2}" dt="2023-11-12T04:16:34.903" v="632" actId="255"/>
          <ac:spMkLst>
            <pc:docMk/>
            <pc:sldMk cId="1006818870" sldId="256"/>
            <ac:spMk id="533" creationId="{8E4FFE3F-32D8-E44D-A4A7-4679B42FF93A}"/>
          </ac:spMkLst>
        </pc:spChg>
        <pc:spChg chg="mod">
          <ac:chgData name="Brxx Micro" userId="ce3735d86a4d1024" providerId="LiveId" clId="{CD62306B-222D-1348-91A9-D00913CB34C2}" dt="2023-11-12T04:16:34.903" v="632" actId="255"/>
          <ac:spMkLst>
            <pc:docMk/>
            <pc:sldMk cId="1006818870" sldId="256"/>
            <ac:spMk id="538" creationId="{72A39A09-135A-1BF7-F07D-3FAD67261E6E}"/>
          </ac:spMkLst>
        </pc:spChg>
        <pc:spChg chg="mod">
          <ac:chgData name="Brxx Micro" userId="ce3735d86a4d1024" providerId="LiveId" clId="{CD62306B-222D-1348-91A9-D00913CB34C2}" dt="2023-11-12T04:16:34.903" v="632" actId="255"/>
          <ac:spMkLst>
            <pc:docMk/>
            <pc:sldMk cId="1006818870" sldId="256"/>
            <ac:spMk id="539" creationId="{D14166AA-0C93-715F-0DA3-D3851D0BC014}"/>
          </ac:spMkLst>
        </pc:spChg>
        <pc:spChg chg="mod">
          <ac:chgData name="Brxx Micro" userId="ce3735d86a4d1024" providerId="LiveId" clId="{CD62306B-222D-1348-91A9-D00913CB34C2}" dt="2023-11-12T04:16:34.903" v="632" actId="255"/>
          <ac:spMkLst>
            <pc:docMk/>
            <pc:sldMk cId="1006818870" sldId="256"/>
            <ac:spMk id="546" creationId="{559FAF8A-3DB2-4845-F57D-CFB61E413354}"/>
          </ac:spMkLst>
        </pc:spChg>
        <pc:spChg chg="mod">
          <ac:chgData name="Brxx Micro" userId="ce3735d86a4d1024" providerId="LiveId" clId="{CD62306B-222D-1348-91A9-D00913CB34C2}" dt="2023-11-12T04:16:34.903" v="632" actId="255"/>
          <ac:spMkLst>
            <pc:docMk/>
            <pc:sldMk cId="1006818870" sldId="256"/>
            <ac:spMk id="547" creationId="{63A56756-5C0B-AAFD-73A9-0E178FA43E18}"/>
          </ac:spMkLst>
        </pc:spChg>
        <pc:spChg chg="mod">
          <ac:chgData name="Brxx Micro" userId="ce3735d86a4d1024" providerId="LiveId" clId="{CD62306B-222D-1348-91A9-D00913CB34C2}" dt="2023-11-12T04:16:34.903" v="632" actId="255"/>
          <ac:spMkLst>
            <pc:docMk/>
            <pc:sldMk cId="1006818870" sldId="256"/>
            <ac:spMk id="548" creationId="{2F22AABA-5386-9282-1BA6-21AAC8F407A2}"/>
          </ac:spMkLst>
        </pc:spChg>
        <pc:spChg chg="mod">
          <ac:chgData name="Brxx Micro" userId="ce3735d86a4d1024" providerId="LiveId" clId="{CD62306B-222D-1348-91A9-D00913CB34C2}" dt="2023-11-12T04:16:34.903" v="632" actId="255"/>
          <ac:spMkLst>
            <pc:docMk/>
            <pc:sldMk cId="1006818870" sldId="256"/>
            <ac:spMk id="549" creationId="{39468EDD-AA77-F1E8-510E-93528ADCA607}"/>
          </ac:spMkLst>
        </pc:spChg>
        <pc:spChg chg="mod">
          <ac:chgData name="Brxx Micro" userId="ce3735d86a4d1024" providerId="LiveId" clId="{CD62306B-222D-1348-91A9-D00913CB34C2}" dt="2023-11-12T04:16:47.274" v="634" actId="255"/>
          <ac:spMkLst>
            <pc:docMk/>
            <pc:sldMk cId="1006818870" sldId="256"/>
            <ac:spMk id="550" creationId="{F0259E6A-1F85-1A6A-0AFA-51F1A8014B6C}"/>
          </ac:spMkLst>
        </pc:spChg>
        <pc:spChg chg="mod">
          <ac:chgData name="Brxx Micro" userId="ce3735d86a4d1024" providerId="LiveId" clId="{CD62306B-222D-1348-91A9-D00913CB34C2}" dt="2023-11-12T04:16:51.790" v="635" actId="1076"/>
          <ac:spMkLst>
            <pc:docMk/>
            <pc:sldMk cId="1006818870" sldId="256"/>
            <ac:spMk id="551" creationId="{CC281BB6-ECD2-DBC8-0AE2-259A163FA838}"/>
          </ac:spMkLst>
        </pc:spChg>
        <pc:spChg chg="mod">
          <ac:chgData name="Brxx Micro" userId="ce3735d86a4d1024" providerId="LiveId" clId="{CD62306B-222D-1348-91A9-D00913CB34C2}" dt="2023-11-12T04:16:34.903" v="632" actId="255"/>
          <ac:spMkLst>
            <pc:docMk/>
            <pc:sldMk cId="1006818870" sldId="256"/>
            <ac:spMk id="553" creationId="{A4E069D1-828C-C787-3F18-BA189B9CDD94}"/>
          </ac:spMkLst>
        </pc:spChg>
        <pc:spChg chg="mod">
          <ac:chgData name="Brxx Micro" userId="ce3735d86a4d1024" providerId="LiveId" clId="{CD62306B-222D-1348-91A9-D00913CB34C2}" dt="2023-11-12T04:16:34.903" v="632" actId="255"/>
          <ac:spMkLst>
            <pc:docMk/>
            <pc:sldMk cId="1006818870" sldId="256"/>
            <ac:spMk id="555" creationId="{9404A1F9-CF4C-5D2E-AC32-1F5D35447836}"/>
          </ac:spMkLst>
        </pc:spChg>
        <pc:spChg chg="mod">
          <ac:chgData name="Brxx Micro" userId="ce3735d86a4d1024" providerId="LiveId" clId="{CD62306B-222D-1348-91A9-D00913CB34C2}" dt="2023-11-12T04:16:34.903" v="632" actId="255"/>
          <ac:spMkLst>
            <pc:docMk/>
            <pc:sldMk cId="1006818870" sldId="256"/>
            <ac:spMk id="558" creationId="{9E5DB295-05BC-C25C-11C9-240180DDAD69}"/>
          </ac:spMkLst>
        </pc:spChg>
        <pc:spChg chg="mod">
          <ac:chgData name="Brxx Micro" userId="ce3735d86a4d1024" providerId="LiveId" clId="{CD62306B-222D-1348-91A9-D00913CB34C2}" dt="2023-11-12T04:16:34.903" v="632" actId="255"/>
          <ac:spMkLst>
            <pc:docMk/>
            <pc:sldMk cId="1006818870" sldId="256"/>
            <ac:spMk id="559" creationId="{F96650E1-0651-7F0E-29F8-68B7FAD40294}"/>
          </ac:spMkLst>
        </pc:spChg>
        <pc:spChg chg="mod">
          <ac:chgData name="Brxx Micro" userId="ce3735d86a4d1024" providerId="LiveId" clId="{CD62306B-222D-1348-91A9-D00913CB34C2}" dt="2023-11-12T04:16:34.903" v="632" actId="255"/>
          <ac:spMkLst>
            <pc:docMk/>
            <pc:sldMk cId="1006818870" sldId="256"/>
            <ac:spMk id="562" creationId="{DFC833AF-7EE4-7D62-3F84-58F9DA79D355}"/>
          </ac:spMkLst>
        </pc:spChg>
        <pc:spChg chg="mod">
          <ac:chgData name="Brxx Micro" userId="ce3735d86a4d1024" providerId="LiveId" clId="{CD62306B-222D-1348-91A9-D00913CB34C2}" dt="2023-11-12T04:16:34.903" v="632" actId="255"/>
          <ac:spMkLst>
            <pc:docMk/>
            <pc:sldMk cId="1006818870" sldId="256"/>
            <ac:spMk id="563" creationId="{AD84A50D-0532-913D-010B-6AC6D63FA618}"/>
          </ac:spMkLst>
        </pc:spChg>
        <pc:spChg chg="mod">
          <ac:chgData name="Brxx Micro" userId="ce3735d86a4d1024" providerId="LiveId" clId="{CD62306B-222D-1348-91A9-D00913CB34C2}" dt="2023-11-12T04:17:07.159" v="638" actId="14100"/>
          <ac:spMkLst>
            <pc:docMk/>
            <pc:sldMk cId="1006818870" sldId="256"/>
            <ac:spMk id="564" creationId="{8DAD9294-3B6A-AC6B-A422-4834902F4BA7}"/>
          </ac:spMkLst>
        </pc:spChg>
        <pc:spChg chg="mod">
          <ac:chgData name="Brxx Micro" userId="ce3735d86a4d1024" providerId="LiveId" clId="{CD62306B-222D-1348-91A9-D00913CB34C2}" dt="2023-11-12T04:16:34.903" v="632" actId="255"/>
          <ac:spMkLst>
            <pc:docMk/>
            <pc:sldMk cId="1006818870" sldId="256"/>
            <ac:spMk id="565" creationId="{B15D877E-FA24-D121-B557-2779DB8BE39A}"/>
          </ac:spMkLst>
        </pc:spChg>
        <pc:spChg chg="add mod">
          <ac:chgData name="Brxx Micro" userId="ce3735d86a4d1024" providerId="LiveId" clId="{CD62306B-222D-1348-91A9-D00913CB34C2}" dt="2023-11-12T04:28:30.794" v="908" actId="1076"/>
          <ac:spMkLst>
            <pc:docMk/>
            <pc:sldMk cId="1006818870" sldId="256"/>
            <ac:spMk id="571" creationId="{927B0566-BEB5-6E31-08A8-A90288E3601B}"/>
          </ac:spMkLst>
        </pc:spChg>
        <pc:spChg chg="add mod">
          <ac:chgData name="Brxx Micro" userId="ce3735d86a4d1024" providerId="LiveId" clId="{CD62306B-222D-1348-91A9-D00913CB34C2}" dt="2023-11-12T04:32:28.131" v="932" actId="1076"/>
          <ac:spMkLst>
            <pc:docMk/>
            <pc:sldMk cId="1006818870" sldId="256"/>
            <ac:spMk id="574" creationId="{B39BA4CC-3655-87BA-862B-4BE9059F9A57}"/>
          </ac:spMkLst>
        </pc:spChg>
        <pc:spChg chg="add mod">
          <ac:chgData name="Brxx Micro" userId="ce3735d86a4d1024" providerId="LiveId" clId="{CD62306B-222D-1348-91A9-D00913CB34C2}" dt="2023-11-12T04:32:16.299" v="924" actId="1035"/>
          <ac:spMkLst>
            <pc:docMk/>
            <pc:sldMk cId="1006818870" sldId="256"/>
            <ac:spMk id="575" creationId="{21BE055D-1CBC-89BE-8BE7-C92E1BA84299}"/>
          </ac:spMkLst>
        </pc:spChg>
        <pc:grpChg chg="add mod">
          <ac:chgData name="Brxx Micro" userId="ce3735d86a4d1024" providerId="LiveId" clId="{CD62306B-222D-1348-91A9-D00913CB34C2}" dt="2023-11-12T03:45:25.943" v="3" actId="1076"/>
          <ac:grpSpMkLst>
            <pc:docMk/>
            <pc:sldMk cId="1006818870" sldId="256"/>
            <ac:grpSpMk id="2" creationId="{1ED2EAA2-E98C-823B-2A1F-176BB7D99E40}"/>
          </ac:grpSpMkLst>
        </pc:grpChg>
        <pc:grpChg chg="add del mod">
          <ac:chgData name="Brxx Micro" userId="ce3735d86a4d1024" providerId="LiveId" clId="{CD62306B-222D-1348-91A9-D00913CB34C2}" dt="2023-11-12T03:53:27.802" v="186" actId="165"/>
          <ac:grpSpMkLst>
            <pc:docMk/>
            <pc:sldMk cId="1006818870" sldId="256"/>
            <ac:grpSpMk id="7" creationId="{ED1AACDF-9EAB-B7AE-E0BD-4CC976FEC207}"/>
          </ac:grpSpMkLst>
        </pc:grpChg>
        <pc:grpChg chg="add del mod">
          <ac:chgData name="Brxx Micro" userId="ce3735d86a4d1024" providerId="LiveId" clId="{CD62306B-222D-1348-91A9-D00913CB34C2}" dt="2023-11-12T03:54:27.974" v="208" actId="165"/>
          <ac:grpSpMkLst>
            <pc:docMk/>
            <pc:sldMk cId="1006818870" sldId="256"/>
            <ac:grpSpMk id="21" creationId="{21CCF8BB-4660-62CF-AA13-49C682A5C62A}"/>
          </ac:grpSpMkLst>
        </pc:grpChg>
        <pc:grpChg chg="add mod">
          <ac:chgData name="Brxx Micro" userId="ce3735d86a4d1024" providerId="LiveId" clId="{CD62306B-222D-1348-91A9-D00913CB34C2}" dt="2023-11-12T04:29:03.913" v="911" actId="1076"/>
          <ac:grpSpMkLst>
            <pc:docMk/>
            <pc:sldMk cId="1006818870" sldId="256"/>
            <ac:grpSpMk id="36" creationId="{4D720A47-8976-85BD-2EAB-BC78C1E5E9C9}"/>
          </ac:grpSpMkLst>
        </pc:grpChg>
        <pc:grpChg chg="del">
          <ac:chgData name="Brxx Micro" userId="ce3735d86a4d1024" providerId="LiveId" clId="{CD62306B-222D-1348-91A9-D00913CB34C2}" dt="2023-11-12T03:47:36.946" v="25" actId="478"/>
          <ac:grpSpMkLst>
            <pc:docMk/>
            <pc:sldMk cId="1006818870" sldId="256"/>
            <ac:grpSpMk id="291" creationId="{E805AD3C-1A8C-3955-3224-A0E09C1DC6AA}"/>
          </ac:grpSpMkLst>
        </pc:grpChg>
        <pc:grpChg chg="del">
          <ac:chgData name="Brxx Micro" userId="ce3735d86a4d1024" providerId="LiveId" clId="{CD62306B-222D-1348-91A9-D00913CB34C2}" dt="2023-11-12T03:47:36.946" v="25" actId="478"/>
          <ac:grpSpMkLst>
            <pc:docMk/>
            <pc:sldMk cId="1006818870" sldId="256"/>
            <ac:grpSpMk id="310" creationId="{9D80C78A-241E-A581-834D-F20D647AB2A9}"/>
          </ac:grpSpMkLst>
        </pc:grpChg>
        <pc:grpChg chg="del">
          <ac:chgData name="Brxx Micro" userId="ce3735d86a4d1024" providerId="LiveId" clId="{CD62306B-222D-1348-91A9-D00913CB34C2}" dt="2023-11-12T03:47:36.946" v="25" actId="478"/>
          <ac:grpSpMkLst>
            <pc:docMk/>
            <pc:sldMk cId="1006818870" sldId="256"/>
            <ac:grpSpMk id="332" creationId="{24345E34-4527-F4F6-C9C8-437679EDCEAD}"/>
          </ac:grpSpMkLst>
        </pc:grpChg>
        <pc:grpChg chg="del">
          <ac:chgData name="Brxx Micro" userId="ce3735d86a4d1024" providerId="LiveId" clId="{CD62306B-222D-1348-91A9-D00913CB34C2}" dt="2023-11-12T03:47:36.946" v="25" actId="478"/>
          <ac:grpSpMkLst>
            <pc:docMk/>
            <pc:sldMk cId="1006818870" sldId="256"/>
            <ac:grpSpMk id="335" creationId="{4982B071-98D2-589D-5310-E391CF876D8F}"/>
          </ac:grpSpMkLst>
        </pc:grpChg>
        <pc:grpChg chg="del">
          <ac:chgData name="Brxx Micro" userId="ce3735d86a4d1024" providerId="LiveId" clId="{CD62306B-222D-1348-91A9-D00913CB34C2}" dt="2023-11-12T03:47:36.946" v="25" actId="478"/>
          <ac:grpSpMkLst>
            <pc:docMk/>
            <pc:sldMk cId="1006818870" sldId="256"/>
            <ac:grpSpMk id="342" creationId="{33404A6A-B3B3-110F-13C8-04D403E1CB79}"/>
          </ac:grpSpMkLst>
        </pc:grpChg>
        <pc:grpChg chg="del">
          <ac:chgData name="Brxx Micro" userId="ce3735d86a4d1024" providerId="LiveId" clId="{CD62306B-222D-1348-91A9-D00913CB34C2}" dt="2023-11-12T03:47:36.946" v="25" actId="478"/>
          <ac:grpSpMkLst>
            <pc:docMk/>
            <pc:sldMk cId="1006818870" sldId="256"/>
            <ac:grpSpMk id="345" creationId="{BE12C9F3-1CAF-4C8D-DCD1-1243D068356B}"/>
          </ac:grpSpMkLst>
        </pc:grpChg>
        <pc:grpChg chg="del">
          <ac:chgData name="Brxx Micro" userId="ce3735d86a4d1024" providerId="LiveId" clId="{CD62306B-222D-1348-91A9-D00913CB34C2}" dt="2023-11-12T03:47:36.946" v="25" actId="478"/>
          <ac:grpSpMkLst>
            <pc:docMk/>
            <pc:sldMk cId="1006818870" sldId="256"/>
            <ac:grpSpMk id="361" creationId="{632AB6AC-F046-6044-B25E-1EDB9CB131CC}"/>
          </ac:grpSpMkLst>
        </pc:grpChg>
        <pc:grpChg chg="del">
          <ac:chgData name="Brxx Micro" userId="ce3735d86a4d1024" providerId="LiveId" clId="{CD62306B-222D-1348-91A9-D00913CB34C2}" dt="2023-11-12T03:47:36.946" v="25" actId="478"/>
          <ac:grpSpMkLst>
            <pc:docMk/>
            <pc:sldMk cId="1006818870" sldId="256"/>
            <ac:grpSpMk id="364" creationId="{04FBA700-E582-C5FA-D12C-003BA2683A51}"/>
          </ac:grpSpMkLst>
        </pc:grpChg>
        <pc:grpChg chg="del">
          <ac:chgData name="Brxx Micro" userId="ce3735d86a4d1024" providerId="LiveId" clId="{CD62306B-222D-1348-91A9-D00913CB34C2}" dt="2023-11-12T03:47:36.946" v="25" actId="478"/>
          <ac:grpSpMkLst>
            <pc:docMk/>
            <pc:sldMk cId="1006818870" sldId="256"/>
            <ac:grpSpMk id="378" creationId="{7F1D2532-2CB9-CB40-B794-979D0DD3E8F3}"/>
          </ac:grpSpMkLst>
        </pc:grpChg>
        <pc:grpChg chg="del">
          <ac:chgData name="Brxx Micro" userId="ce3735d86a4d1024" providerId="LiveId" clId="{CD62306B-222D-1348-91A9-D00913CB34C2}" dt="2023-11-12T03:47:36.946" v="25" actId="478"/>
          <ac:grpSpMkLst>
            <pc:docMk/>
            <pc:sldMk cId="1006818870" sldId="256"/>
            <ac:grpSpMk id="385" creationId="{18FBCB5D-900B-DF14-E879-94D8BBF5DE68}"/>
          </ac:grpSpMkLst>
        </pc:grpChg>
        <pc:grpChg chg="del">
          <ac:chgData name="Brxx Micro" userId="ce3735d86a4d1024" providerId="LiveId" clId="{CD62306B-222D-1348-91A9-D00913CB34C2}" dt="2023-11-12T03:47:36.946" v="25" actId="478"/>
          <ac:grpSpMkLst>
            <pc:docMk/>
            <pc:sldMk cId="1006818870" sldId="256"/>
            <ac:grpSpMk id="441" creationId="{72D30606-1113-3481-69AA-0C70824057D0}"/>
          </ac:grpSpMkLst>
        </pc:grpChg>
        <pc:grpChg chg="del">
          <ac:chgData name="Brxx Micro" userId="ce3735d86a4d1024" providerId="LiveId" clId="{CD62306B-222D-1348-91A9-D00913CB34C2}" dt="2023-11-12T03:47:36.946" v="25" actId="478"/>
          <ac:grpSpMkLst>
            <pc:docMk/>
            <pc:sldMk cId="1006818870" sldId="256"/>
            <ac:grpSpMk id="450" creationId="{4030C4BF-1E4F-8869-C775-2720D67D5F63}"/>
          </ac:grpSpMkLst>
        </pc:grpChg>
        <pc:grpChg chg="del">
          <ac:chgData name="Brxx Micro" userId="ce3735d86a4d1024" providerId="LiveId" clId="{CD62306B-222D-1348-91A9-D00913CB34C2}" dt="2023-11-12T03:47:36.946" v="25" actId="478"/>
          <ac:grpSpMkLst>
            <pc:docMk/>
            <pc:sldMk cId="1006818870" sldId="256"/>
            <ac:grpSpMk id="459" creationId="{A2722263-5227-5344-8114-4B7CD53F7F6F}"/>
          </ac:grpSpMkLst>
        </pc:grpChg>
        <pc:grpChg chg="del">
          <ac:chgData name="Brxx Micro" userId="ce3735d86a4d1024" providerId="LiveId" clId="{CD62306B-222D-1348-91A9-D00913CB34C2}" dt="2023-11-12T03:47:36.946" v="25" actId="478"/>
          <ac:grpSpMkLst>
            <pc:docMk/>
            <pc:sldMk cId="1006818870" sldId="256"/>
            <ac:grpSpMk id="468" creationId="{85E57D7A-89B2-36F8-366F-60B36B911D11}"/>
          </ac:grpSpMkLst>
        </pc:grpChg>
        <pc:grpChg chg="del">
          <ac:chgData name="Brxx Micro" userId="ce3735d86a4d1024" providerId="LiveId" clId="{CD62306B-222D-1348-91A9-D00913CB34C2}" dt="2023-11-12T03:47:36.946" v="25" actId="478"/>
          <ac:grpSpMkLst>
            <pc:docMk/>
            <pc:sldMk cId="1006818870" sldId="256"/>
            <ac:grpSpMk id="473" creationId="{E6E1FCE6-76EB-88DA-2A92-95392BBACA1B}"/>
          </ac:grpSpMkLst>
        </pc:grpChg>
        <pc:grpChg chg="del">
          <ac:chgData name="Brxx Micro" userId="ce3735d86a4d1024" providerId="LiveId" clId="{CD62306B-222D-1348-91A9-D00913CB34C2}" dt="2023-11-12T03:47:36.946" v="25" actId="478"/>
          <ac:grpSpMkLst>
            <pc:docMk/>
            <pc:sldMk cId="1006818870" sldId="256"/>
            <ac:grpSpMk id="483" creationId="{4D809AAC-7D52-E872-3AC1-2B7CDD67A6F6}"/>
          </ac:grpSpMkLst>
        </pc:grpChg>
        <pc:grpChg chg="del">
          <ac:chgData name="Brxx Micro" userId="ce3735d86a4d1024" providerId="LiveId" clId="{CD62306B-222D-1348-91A9-D00913CB34C2}" dt="2023-11-12T03:44:57.804" v="0" actId="478"/>
          <ac:grpSpMkLst>
            <pc:docMk/>
            <pc:sldMk cId="1006818870" sldId="256"/>
            <ac:grpSpMk id="496" creationId="{C05C4249-DC0F-5558-C777-E4F577FCFDA8}"/>
          </ac:grpSpMkLst>
        </pc:grpChg>
        <pc:grpChg chg="del">
          <ac:chgData name="Brxx Micro" userId="ce3735d86a4d1024" providerId="LiveId" clId="{CD62306B-222D-1348-91A9-D00913CB34C2}" dt="2023-11-12T03:44:57.804" v="0" actId="478"/>
          <ac:grpSpMkLst>
            <pc:docMk/>
            <pc:sldMk cId="1006818870" sldId="256"/>
            <ac:grpSpMk id="499" creationId="{DC6197E9-3E4B-FBCF-AA24-2CF0F1B2B3D6}"/>
          </ac:grpSpMkLst>
        </pc:grpChg>
        <pc:grpChg chg="del">
          <ac:chgData name="Brxx Micro" userId="ce3735d86a4d1024" providerId="LiveId" clId="{CD62306B-222D-1348-91A9-D00913CB34C2}" dt="2023-11-12T03:44:57.804" v="0" actId="478"/>
          <ac:grpSpMkLst>
            <pc:docMk/>
            <pc:sldMk cId="1006818870" sldId="256"/>
            <ac:grpSpMk id="502" creationId="{68D7FBA2-60A4-22AC-6DDE-A1011A77CA43}"/>
          </ac:grpSpMkLst>
        </pc:grpChg>
        <pc:grpChg chg="add del mod">
          <ac:chgData name="Brxx Micro" userId="ce3735d86a4d1024" providerId="LiveId" clId="{CD62306B-222D-1348-91A9-D00913CB34C2}" dt="2023-11-12T04:07:48.222" v="489" actId="165"/>
          <ac:grpSpMkLst>
            <pc:docMk/>
            <pc:sldMk cId="1006818870" sldId="256"/>
            <ac:grpSpMk id="505" creationId="{38F5421B-C247-D6E2-BEEF-5DEBBC7E7634}"/>
          </ac:grpSpMkLst>
        </pc:grpChg>
        <pc:grpChg chg="mod topLvl">
          <ac:chgData name="Brxx Micro" userId="ce3735d86a4d1024" providerId="LiveId" clId="{CD62306B-222D-1348-91A9-D00913CB34C2}" dt="2023-11-12T04:07:48.222" v="489" actId="165"/>
          <ac:grpSpMkLst>
            <pc:docMk/>
            <pc:sldMk cId="1006818870" sldId="256"/>
            <ac:grpSpMk id="506" creationId="{28DB7018-1540-A0DD-802C-DC0B5B444551}"/>
          </ac:grpSpMkLst>
        </pc:grpChg>
        <pc:grpChg chg="mod topLvl">
          <ac:chgData name="Brxx Micro" userId="ce3735d86a4d1024" providerId="LiveId" clId="{CD62306B-222D-1348-91A9-D00913CB34C2}" dt="2023-11-12T04:07:59.338" v="491" actId="1076"/>
          <ac:grpSpMkLst>
            <pc:docMk/>
            <pc:sldMk cId="1006818870" sldId="256"/>
            <ac:grpSpMk id="507" creationId="{4391B7F7-92F5-F8F8-AA45-9DE00CD924FD}"/>
          </ac:grpSpMkLst>
        </pc:grpChg>
        <pc:grpChg chg="add mod">
          <ac:chgData name="Brxx Micro" userId="ce3735d86a4d1024" providerId="LiveId" clId="{CD62306B-222D-1348-91A9-D00913CB34C2}" dt="2023-11-12T04:28:44.903" v="910" actId="14100"/>
          <ac:grpSpMkLst>
            <pc:docMk/>
            <pc:sldMk cId="1006818870" sldId="256"/>
            <ac:grpSpMk id="515" creationId="{5FB0D229-F553-E727-AFBD-C1CE077C9DF3}"/>
          </ac:grpSpMkLst>
        </pc:grpChg>
        <pc:grpChg chg="add mod">
          <ac:chgData name="Brxx Micro" userId="ce3735d86a4d1024" providerId="LiveId" clId="{CD62306B-222D-1348-91A9-D00913CB34C2}" dt="2023-11-12T04:28:30.794" v="908" actId="1076"/>
          <ac:grpSpMkLst>
            <pc:docMk/>
            <pc:sldMk cId="1006818870" sldId="256"/>
            <ac:grpSpMk id="520" creationId="{18F229AC-3417-1ADE-6C4E-0A80E52816C2}"/>
          </ac:grpSpMkLst>
        </pc:grpChg>
        <pc:grpChg chg="mod">
          <ac:chgData name="Brxx Micro" userId="ce3735d86a4d1024" providerId="LiveId" clId="{CD62306B-222D-1348-91A9-D00913CB34C2}" dt="2023-11-12T04:16:10.858" v="623"/>
          <ac:grpSpMkLst>
            <pc:docMk/>
            <pc:sldMk cId="1006818870" sldId="256"/>
            <ac:grpSpMk id="527" creationId="{104623E2-3A77-A385-CB64-FFD32E0D3E07}"/>
          </ac:grpSpMkLst>
        </pc:grpChg>
        <pc:grpChg chg="mod">
          <ac:chgData name="Brxx Micro" userId="ce3735d86a4d1024" providerId="LiveId" clId="{CD62306B-222D-1348-91A9-D00913CB34C2}" dt="2023-11-12T04:16:10.858" v="623"/>
          <ac:grpSpMkLst>
            <pc:docMk/>
            <pc:sldMk cId="1006818870" sldId="256"/>
            <ac:grpSpMk id="537" creationId="{5A34DA3E-49CD-DCD6-3745-FA9B0070F869}"/>
          </ac:grpSpMkLst>
        </pc:grpChg>
        <pc:graphicFrameChg chg="add del mod">
          <ac:chgData name="Brxx Micro" userId="ce3735d86a4d1024" providerId="LiveId" clId="{CD62306B-222D-1348-91A9-D00913CB34C2}" dt="2023-11-12T03:56:24.131" v="238"/>
          <ac:graphicFrameMkLst>
            <pc:docMk/>
            <pc:sldMk cId="1006818870" sldId="256"/>
            <ac:graphicFrameMk id="43" creationId="{D197A3CE-B512-4DAA-55B6-211CEAE8FB9D}"/>
          </ac:graphicFrameMkLst>
        </pc:graphicFrameChg>
        <pc:graphicFrameChg chg="add mod">
          <ac:chgData name="Brxx Micro" userId="ce3735d86a4d1024" providerId="LiveId" clId="{CD62306B-222D-1348-91A9-D00913CB34C2}" dt="2023-11-12T04:20:39.077" v="713" actId="1076"/>
          <ac:graphicFrameMkLst>
            <pc:docMk/>
            <pc:sldMk cId="1006818870" sldId="256"/>
            <ac:graphicFrameMk id="48" creationId="{B6FA86FF-603E-1EEE-8CB4-8B1C8C48AF5D}"/>
          </ac:graphicFrameMkLst>
        </pc:graphicFrameChg>
        <pc:graphicFrameChg chg="add mod">
          <ac:chgData name="Brxx Micro" userId="ce3735d86a4d1024" providerId="LiveId" clId="{CD62306B-222D-1348-91A9-D00913CB34C2}" dt="2023-11-12T04:20:39.077" v="713" actId="1076"/>
          <ac:graphicFrameMkLst>
            <pc:docMk/>
            <pc:sldMk cId="1006818870" sldId="256"/>
            <ac:graphicFrameMk id="49" creationId="{7AE3B0E9-FEE2-C001-68EC-A25403E344F1}"/>
          </ac:graphicFrameMkLst>
        </pc:graphicFrameChg>
        <pc:graphicFrameChg chg="add del mod">
          <ac:chgData name="Brxx Micro" userId="ce3735d86a4d1024" providerId="LiveId" clId="{CD62306B-222D-1348-91A9-D00913CB34C2}" dt="2023-11-12T03:59:50.931" v="319"/>
          <ac:graphicFrameMkLst>
            <pc:docMk/>
            <pc:sldMk cId="1006818870" sldId="256"/>
            <ac:graphicFrameMk id="53" creationId="{BAD2E5C0-271A-6BF8-2067-E05041B13848}"/>
          </ac:graphicFrameMkLst>
        </pc:graphicFrameChg>
        <pc:graphicFrameChg chg="add del mod">
          <ac:chgData name="Brxx Micro" userId="ce3735d86a4d1024" providerId="LiveId" clId="{CD62306B-222D-1348-91A9-D00913CB34C2}" dt="2023-11-12T03:59:50.931" v="319"/>
          <ac:graphicFrameMkLst>
            <pc:docMk/>
            <pc:sldMk cId="1006818870" sldId="256"/>
            <ac:graphicFrameMk id="54" creationId="{10764EF7-6E5E-98D8-BCC6-B007A7B1BE65}"/>
          </ac:graphicFrameMkLst>
        </pc:graphicFrameChg>
        <pc:graphicFrameChg chg="add mod">
          <ac:chgData name="Brxx Micro" userId="ce3735d86a4d1024" providerId="LiveId" clId="{CD62306B-222D-1348-91A9-D00913CB34C2}" dt="2023-11-12T04:29:16.015" v="912" actId="1076"/>
          <ac:graphicFrameMkLst>
            <pc:docMk/>
            <pc:sldMk cId="1006818870" sldId="256"/>
            <ac:graphicFrameMk id="57" creationId="{4D60E00A-D896-A14C-A775-AA7B459568B2}"/>
          </ac:graphicFrameMkLst>
        </pc:graphicFrameChg>
        <pc:graphicFrameChg chg="add mod">
          <ac:chgData name="Brxx Micro" userId="ce3735d86a4d1024" providerId="LiveId" clId="{CD62306B-222D-1348-91A9-D00913CB34C2}" dt="2023-11-12T04:29:16.015" v="912" actId="1076"/>
          <ac:graphicFrameMkLst>
            <pc:docMk/>
            <pc:sldMk cId="1006818870" sldId="256"/>
            <ac:graphicFrameMk id="58" creationId="{49507BD3-FFF9-1CFC-E99F-AA5AC65CE14C}"/>
          </ac:graphicFrameMkLst>
        </pc:graphicFrameChg>
        <pc:graphicFrameChg chg="del">
          <ac:chgData name="Brxx Micro" userId="ce3735d86a4d1024" providerId="LiveId" clId="{CD62306B-222D-1348-91A9-D00913CB34C2}" dt="2023-11-12T03:47:36.946" v="25" actId="478"/>
          <ac:graphicFrameMkLst>
            <pc:docMk/>
            <pc:sldMk cId="1006818870" sldId="256"/>
            <ac:graphicFrameMk id="268" creationId="{87363204-3921-3313-CDBA-E648DF4B18F7}"/>
          </ac:graphicFrameMkLst>
        </pc:graphicFrameChg>
        <pc:picChg chg="mod">
          <ac:chgData name="Brxx Micro" userId="ce3735d86a4d1024" providerId="LiveId" clId="{CD62306B-222D-1348-91A9-D00913CB34C2}" dt="2023-11-12T03:45:21.773" v="2"/>
          <ac:picMkLst>
            <pc:docMk/>
            <pc:sldMk cId="1006818870" sldId="256"/>
            <ac:picMk id="3" creationId="{58F7BE59-3185-44C9-63E7-143F58A46D4F}"/>
          </ac:picMkLst>
        </pc:picChg>
        <pc:picChg chg="mod">
          <ac:chgData name="Brxx Micro" userId="ce3735d86a4d1024" providerId="LiveId" clId="{CD62306B-222D-1348-91A9-D00913CB34C2}" dt="2023-11-12T03:45:21.773" v="2"/>
          <ac:picMkLst>
            <pc:docMk/>
            <pc:sldMk cId="1006818870" sldId="256"/>
            <ac:picMk id="4" creationId="{973110FC-EDC1-2D9C-F66E-4F2FF33C3D69}"/>
          </ac:picMkLst>
        </pc:picChg>
        <pc:picChg chg="add del mod">
          <ac:chgData name="Brxx Micro" userId="ce3735d86a4d1024" providerId="LiveId" clId="{CD62306B-222D-1348-91A9-D00913CB34C2}" dt="2023-11-12T03:46:38.491" v="18" actId="1076"/>
          <ac:picMkLst>
            <pc:docMk/>
            <pc:sldMk cId="1006818870" sldId="256"/>
            <ac:picMk id="5" creationId="{6445A281-D56D-A9BE-DF06-8D3B2C67FEF8}"/>
          </ac:picMkLst>
        </pc:picChg>
        <pc:picChg chg="add mod">
          <ac:chgData name="Brxx Micro" userId="ce3735d86a4d1024" providerId="LiveId" clId="{CD62306B-222D-1348-91A9-D00913CB34C2}" dt="2023-11-12T03:46:42.510" v="19" actId="1076"/>
          <ac:picMkLst>
            <pc:docMk/>
            <pc:sldMk cId="1006818870" sldId="256"/>
            <ac:picMk id="6" creationId="{BC384D6D-43D2-8AFB-38C8-52029D09D00C}"/>
          </ac:picMkLst>
        </pc:picChg>
        <pc:picChg chg="mod topLvl">
          <ac:chgData name="Brxx Micro" userId="ce3735d86a4d1024" providerId="LiveId" clId="{CD62306B-222D-1348-91A9-D00913CB34C2}" dt="2023-11-12T03:53:27.802" v="186" actId="165"/>
          <ac:picMkLst>
            <pc:docMk/>
            <pc:sldMk cId="1006818870" sldId="256"/>
            <ac:picMk id="8" creationId="{15A145E4-326A-E0A4-17B4-6EB1C7DDB353}"/>
          </ac:picMkLst>
        </pc:picChg>
        <pc:picChg chg="mod topLvl">
          <ac:chgData name="Brxx Micro" userId="ce3735d86a4d1024" providerId="LiveId" clId="{CD62306B-222D-1348-91A9-D00913CB34C2}" dt="2023-11-12T03:53:41.942" v="195" actId="14100"/>
          <ac:picMkLst>
            <pc:docMk/>
            <pc:sldMk cId="1006818870" sldId="256"/>
            <ac:picMk id="9" creationId="{1201996B-DAC4-F69D-ACA5-7A093B7D77EC}"/>
          </ac:picMkLst>
        </pc:picChg>
        <pc:picChg chg="mod topLvl">
          <ac:chgData name="Brxx Micro" userId="ce3735d86a4d1024" providerId="LiveId" clId="{CD62306B-222D-1348-91A9-D00913CB34C2}" dt="2023-11-12T03:53:47.144" v="196" actId="1076"/>
          <ac:picMkLst>
            <pc:docMk/>
            <pc:sldMk cId="1006818870" sldId="256"/>
            <ac:picMk id="13" creationId="{D45B82E0-D35D-3735-56DD-069E56DE8ED3}"/>
          </ac:picMkLst>
        </pc:picChg>
        <pc:picChg chg="mod topLvl">
          <ac:chgData name="Brxx Micro" userId="ce3735d86a4d1024" providerId="LiveId" clId="{CD62306B-222D-1348-91A9-D00913CB34C2}" dt="2023-11-12T04:29:03.913" v="911" actId="1076"/>
          <ac:picMkLst>
            <pc:docMk/>
            <pc:sldMk cId="1006818870" sldId="256"/>
            <ac:picMk id="22" creationId="{C71B7C37-2237-484E-8F15-BB3AA456B95A}"/>
          </ac:picMkLst>
        </pc:picChg>
        <pc:picChg chg="mod topLvl">
          <ac:chgData name="Brxx Micro" userId="ce3735d86a4d1024" providerId="LiveId" clId="{CD62306B-222D-1348-91A9-D00913CB34C2}" dt="2023-11-12T04:29:03.913" v="911" actId="1076"/>
          <ac:picMkLst>
            <pc:docMk/>
            <pc:sldMk cId="1006818870" sldId="256"/>
            <ac:picMk id="24" creationId="{1A782604-D61F-A942-E8BA-7BF3979A284F}"/>
          </ac:picMkLst>
        </pc:picChg>
        <pc:picChg chg="add del mod">
          <ac:chgData name="Brxx Micro" userId="ce3735d86a4d1024" providerId="LiveId" clId="{CD62306B-222D-1348-91A9-D00913CB34C2}" dt="2023-11-12T03:56:24.131" v="238"/>
          <ac:picMkLst>
            <pc:docMk/>
            <pc:sldMk cId="1006818870" sldId="256"/>
            <ac:picMk id="41" creationId="{A7B85652-04E7-7698-FA75-5B3B20D89E2D}"/>
          </ac:picMkLst>
        </pc:picChg>
        <pc:picChg chg="add del mod">
          <ac:chgData name="Brxx Micro" userId="ce3735d86a4d1024" providerId="LiveId" clId="{CD62306B-222D-1348-91A9-D00913CB34C2}" dt="2023-11-12T03:56:24.131" v="238"/>
          <ac:picMkLst>
            <pc:docMk/>
            <pc:sldMk cId="1006818870" sldId="256"/>
            <ac:picMk id="42" creationId="{CABF01C6-CC3C-DA34-DCDF-CD7A1B3620E2}"/>
          </ac:picMkLst>
        </pc:picChg>
        <pc:picChg chg="add mod">
          <ac:chgData name="Brxx Micro" userId="ce3735d86a4d1024" providerId="LiveId" clId="{CD62306B-222D-1348-91A9-D00913CB34C2}" dt="2023-11-12T04:20:39.077" v="713" actId="1076"/>
          <ac:picMkLst>
            <pc:docMk/>
            <pc:sldMk cId="1006818870" sldId="256"/>
            <ac:picMk id="46" creationId="{109FB034-2E3C-1802-EB95-E29D18153ABA}"/>
          </ac:picMkLst>
        </pc:picChg>
        <pc:picChg chg="add mod">
          <ac:chgData name="Brxx Micro" userId="ce3735d86a4d1024" providerId="LiveId" clId="{CD62306B-222D-1348-91A9-D00913CB34C2}" dt="2023-11-12T04:20:39.077" v="713" actId="1076"/>
          <ac:picMkLst>
            <pc:docMk/>
            <pc:sldMk cId="1006818870" sldId="256"/>
            <ac:picMk id="47" creationId="{507A7742-7FBF-23CA-5944-7D45C206785F}"/>
          </ac:picMkLst>
        </pc:picChg>
        <pc:picChg chg="add mod">
          <ac:chgData name="Brxx Micro" userId="ce3735d86a4d1024" providerId="LiveId" clId="{CD62306B-222D-1348-91A9-D00913CB34C2}" dt="2023-11-12T04:32:00.215" v="916" actId="1076"/>
          <ac:picMkLst>
            <pc:docMk/>
            <pc:sldMk cId="1006818870" sldId="256"/>
            <ac:picMk id="62" creationId="{DB4B98B9-EAD9-B840-8125-91B8D334C1FF}"/>
          </ac:picMkLst>
        </pc:picChg>
        <pc:picChg chg="mod">
          <ac:chgData name="Brxx Micro" userId="ce3735d86a4d1024" providerId="LiveId" clId="{CD62306B-222D-1348-91A9-D00913CB34C2}" dt="2023-11-12T04:06:24.944" v="458"/>
          <ac:picMkLst>
            <pc:docMk/>
            <pc:sldMk cId="1006818870" sldId="256"/>
            <ac:picMk id="257" creationId="{EA5E8D30-52BB-2BAE-42CD-60A30074B800}"/>
          </ac:picMkLst>
        </pc:picChg>
        <pc:picChg chg="mod">
          <ac:chgData name="Brxx Micro" userId="ce3735d86a4d1024" providerId="LiveId" clId="{CD62306B-222D-1348-91A9-D00913CB34C2}" dt="2023-11-12T04:06:24.944" v="458"/>
          <ac:picMkLst>
            <pc:docMk/>
            <pc:sldMk cId="1006818870" sldId="256"/>
            <ac:picMk id="260" creationId="{F5269E25-8018-197C-E84B-B934CA679D26}"/>
          </ac:picMkLst>
        </pc:picChg>
        <pc:picChg chg="mod">
          <ac:chgData name="Brxx Micro" userId="ce3735d86a4d1024" providerId="LiveId" clId="{CD62306B-222D-1348-91A9-D00913CB34C2}" dt="2023-11-12T04:07:41.606" v="488" actId="1076"/>
          <ac:picMkLst>
            <pc:docMk/>
            <pc:sldMk cId="1006818870" sldId="256"/>
            <ac:picMk id="263" creationId="{0A0FB149-1D47-5A2A-7B98-F5411359E0CC}"/>
          </ac:picMkLst>
        </pc:picChg>
        <pc:picChg chg="mod">
          <ac:chgData name="Brxx Micro" userId="ce3735d86a4d1024" providerId="LiveId" clId="{CD62306B-222D-1348-91A9-D00913CB34C2}" dt="2023-11-12T04:07:41.606" v="488" actId="1076"/>
          <ac:picMkLst>
            <pc:docMk/>
            <pc:sldMk cId="1006818870" sldId="256"/>
            <ac:picMk id="266" creationId="{2571A3D9-1E47-4D07-D7B0-4F82A24EE196}"/>
          </ac:picMkLst>
        </pc:picChg>
        <pc:picChg chg="del">
          <ac:chgData name="Brxx Micro" userId="ce3735d86a4d1024" providerId="LiveId" clId="{CD62306B-222D-1348-91A9-D00913CB34C2}" dt="2023-11-12T03:47:36.946" v="25" actId="478"/>
          <ac:picMkLst>
            <pc:docMk/>
            <pc:sldMk cId="1006818870" sldId="256"/>
            <ac:picMk id="309" creationId="{AE67F627-831B-9C7E-0F4B-C92B534D621A}"/>
          </ac:picMkLst>
        </pc:picChg>
        <pc:picChg chg="del">
          <ac:chgData name="Brxx Micro" userId="ce3735d86a4d1024" providerId="LiveId" clId="{CD62306B-222D-1348-91A9-D00913CB34C2}" dt="2023-11-12T03:47:36.946" v="25" actId="478"/>
          <ac:picMkLst>
            <pc:docMk/>
            <pc:sldMk cId="1006818870" sldId="256"/>
            <ac:picMk id="338" creationId="{F43127C6-4175-CD47-2BAD-216034E050F2}"/>
          </ac:picMkLst>
        </pc:picChg>
        <pc:picChg chg="del">
          <ac:chgData name="Brxx Micro" userId="ce3735d86a4d1024" providerId="LiveId" clId="{CD62306B-222D-1348-91A9-D00913CB34C2}" dt="2023-11-12T03:47:36.946" v="25" actId="478"/>
          <ac:picMkLst>
            <pc:docMk/>
            <pc:sldMk cId="1006818870" sldId="256"/>
            <ac:picMk id="340" creationId="{C03B6365-7DA8-3605-1632-084F24598137}"/>
          </ac:picMkLst>
        </pc:picChg>
        <pc:picChg chg="del">
          <ac:chgData name="Brxx Micro" userId="ce3735d86a4d1024" providerId="LiveId" clId="{CD62306B-222D-1348-91A9-D00913CB34C2}" dt="2023-11-12T03:47:36.946" v="25" actId="478"/>
          <ac:picMkLst>
            <pc:docMk/>
            <pc:sldMk cId="1006818870" sldId="256"/>
            <ac:picMk id="349" creationId="{C3C7581C-3F43-00FF-6AD9-E7A9A107164C}"/>
          </ac:picMkLst>
        </pc:picChg>
        <pc:picChg chg="del">
          <ac:chgData name="Brxx Micro" userId="ce3735d86a4d1024" providerId="LiveId" clId="{CD62306B-222D-1348-91A9-D00913CB34C2}" dt="2023-11-12T03:47:36.946" v="25" actId="478"/>
          <ac:picMkLst>
            <pc:docMk/>
            <pc:sldMk cId="1006818870" sldId="256"/>
            <ac:picMk id="353" creationId="{27E0CBF1-FD41-D3EE-F9CE-EB31A8914568}"/>
          </ac:picMkLst>
        </pc:picChg>
        <pc:picChg chg="del">
          <ac:chgData name="Brxx Micro" userId="ce3735d86a4d1024" providerId="LiveId" clId="{CD62306B-222D-1348-91A9-D00913CB34C2}" dt="2023-11-12T03:47:36.946" v="25" actId="478"/>
          <ac:picMkLst>
            <pc:docMk/>
            <pc:sldMk cId="1006818870" sldId="256"/>
            <ac:picMk id="367" creationId="{452E9CFF-C831-6356-2CED-709F176A8D91}"/>
          </ac:picMkLst>
        </pc:picChg>
        <pc:picChg chg="del">
          <ac:chgData name="Brxx Micro" userId="ce3735d86a4d1024" providerId="LiveId" clId="{CD62306B-222D-1348-91A9-D00913CB34C2}" dt="2023-11-12T03:47:36.946" v="25" actId="478"/>
          <ac:picMkLst>
            <pc:docMk/>
            <pc:sldMk cId="1006818870" sldId="256"/>
            <ac:picMk id="368" creationId="{3F398E11-80A5-EFFC-E28A-46B6458847F9}"/>
          </ac:picMkLst>
        </pc:picChg>
        <pc:picChg chg="del">
          <ac:chgData name="Brxx Micro" userId="ce3735d86a4d1024" providerId="LiveId" clId="{CD62306B-222D-1348-91A9-D00913CB34C2}" dt="2023-11-12T03:47:36.946" v="25" actId="478"/>
          <ac:picMkLst>
            <pc:docMk/>
            <pc:sldMk cId="1006818870" sldId="256"/>
            <ac:picMk id="369" creationId="{9A5B0665-A75D-3CC4-1F57-D8EFCBA76B8F}"/>
          </ac:picMkLst>
        </pc:picChg>
        <pc:picChg chg="del">
          <ac:chgData name="Brxx Micro" userId="ce3735d86a4d1024" providerId="LiveId" clId="{CD62306B-222D-1348-91A9-D00913CB34C2}" dt="2023-11-12T03:47:36.946" v="25" actId="478"/>
          <ac:picMkLst>
            <pc:docMk/>
            <pc:sldMk cId="1006818870" sldId="256"/>
            <ac:picMk id="436" creationId="{FE26AEB1-9C65-76EE-A6F4-58D7A1DC4799}"/>
          </ac:picMkLst>
        </pc:picChg>
        <pc:picChg chg="del">
          <ac:chgData name="Brxx Micro" userId="ce3735d86a4d1024" providerId="LiveId" clId="{CD62306B-222D-1348-91A9-D00913CB34C2}" dt="2023-11-12T03:44:57.804" v="0" actId="478"/>
          <ac:picMkLst>
            <pc:docMk/>
            <pc:sldMk cId="1006818870" sldId="256"/>
            <ac:picMk id="495" creationId="{BA72AF72-EF99-4B48-22B8-25833C9BE09A}"/>
          </ac:picMkLst>
        </pc:picChg>
        <pc:picChg chg="mod">
          <ac:chgData name="Brxx Micro" userId="ce3735d86a4d1024" providerId="LiveId" clId="{CD62306B-222D-1348-91A9-D00913CB34C2}" dt="2023-11-12T04:06:24.944" v="458"/>
          <ac:picMkLst>
            <pc:docMk/>
            <pc:sldMk cId="1006818870" sldId="256"/>
            <ac:picMk id="511" creationId="{346DE8D2-C415-900B-AE96-F62BE7A0CCBF}"/>
          </ac:picMkLst>
        </pc:picChg>
        <pc:picChg chg="mod">
          <ac:chgData name="Brxx Micro" userId="ce3735d86a4d1024" providerId="LiveId" clId="{CD62306B-222D-1348-91A9-D00913CB34C2}" dt="2023-11-12T04:07:12.192" v="481" actId="1038"/>
          <ac:picMkLst>
            <pc:docMk/>
            <pc:sldMk cId="1006818870" sldId="256"/>
            <ac:picMk id="512" creationId="{9945EBD9-8285-D3C5-2275-70E805A35618}"/>
          </ac:picMkLst>
        </pc:picChg>
        <pc:picChg chg="mod">
          <ac:chgData name="Brxx Micro" userId="ce3735d86a4d1024" providerId="LiveId" clId="{CD62306B-222D-1348-91A9-D00913CB34C2}" dt="2023-11-12T04:16:10.858" v="623"/>
          <ac:picMkLst>
            <pc:docMk/>
            <pc:sldMk cId="1006818870" sldId="256"/>
            <ac:picMk id="521" creationId="{F31E5A64-8102-DEA6-C4E9-D908F69717CE}"/>
          </ac:picMkLst>
        </pc:picChg>
        <pc:picChg chg="mod">
          <ac:chgData name="Brxx Micro" userId="ce3735d86a4d1024" providerId="LiveId" clId="{CD62306B-222D-1348-91A9-D00913CB34C2}" dt="2023-11-12T04:16:10.858" v="623"/>
          <ac:picMkLst>
            <pc:docMk/>
            <pc:sldMk cId="1006818870" sldId="256"/>
            <ac:picMk id="525" creationId="{093D0195-32D8-C1B8-2C87-3F9AA20A25DA}"/>
          </ac:picMkLst>
        </pc:picChg>
        <pc:picChg chg="mod">
          <ac:chgData name="Brxx Micro" userId="ce3735d86a4d1024" providerId="LiveId" clId="{CD62306B-222D-1348-91A9-D00913CB34C2}" dt="2023-11-12T04:16:10.858" v="623"/>
          <ac:picMkLst>
            <pc:docMk/>
            <pc:sldMk cId="1006818870" sldId="256"/>
            <ac:picMk id="535" creationId="{56D7511B-4429-86D5-927E-E4CC07343240}"/>
          </ac:picMkLst>
        </pc:picChg>
        <pc:picChg chg="mod">
          <ac:chgData name="Brxx Micro" userId="ce3735d86a4d1024" providerId="LiveId" clId="{CD62306B-222D-1348-91A9-D00913CB34C2}" dt="2023-11-12T04:16:10.858" v="623"/>
          <ac:picMkLst>
            <pc:docMk/>
            <pc:sldMk cId="1006818870" sldId="256"/>
            <ac:picMk id="536" creationId="{A333F612-CB67-BC8C-3DBA-EC1037D15E33}"/>
          </ac:picMkLst>
        </pc:picChg>
        <pc:picChg chg="mod">
          <ac:chgData name="Brxx Micro" userId="ce3735d86a4d1024" providerId="LiveId" clId="{CD62306B-222D-1348-91A9-D00913CB34C2}" dt="2023-11-12T04:16:10.858" v="623"/>
          <ac:picMkLst>
            <pc:docMk/>
            <pc:sldMk cId="1006818870" sldId="256"/>
            <ac:picMk id="552" creationId="{EA5AF672-A8AE-C288-6783-8D5AE860AA9B}"/>
          </ac:picMkLst>
        </pc:picChg>
        <pc:picChg chg="mod">
          <ac:chgData name="Brxx Micro" userId="ce3735d86a4d1024" providerId="LiveId" clId="{CD62306B-222D-1348-91A9-D00913CB34C2}" dt="2023-11-12T04:16:10.858" v="623"/>
          <ac:picMkLst>
            <pc:docMk/>
            <pc:sldMk cId="1006818870" sldId="256"/>
            <ac:picMk id="556" creationId="{856C1F73-D9D2-2CFA-4EEE-DBC0EC9FB382}"/>
          </ac:picMkLst>
        </pc:picChg>
        <pc:picChg chg="add mod">
          <ac:chgData name="Brxx Micro" userId="ce3735d86a4d1024" providerId="LiveId" clId="{CD62306B-222D-1348-91A9-D00913CB34C2}" dt="2023-11-12T04:28:30.794" v="908" actId="1076"/>
          <ac:picMkLst>
            <pc:docMk/>
            <pc:sldMk cId="1006818870" sldId="256"/>
            <ac:picMk id="572" creationId="{F099CC8C-7702-8D3A-CC7E-D75C56A83FAE}"/>
          </ac:picMkLst>
        </pc:picChg>
        <pc:picChg chg="add mod">
          <ac:chgData name="Brxx Micro" userId="ce3735d86a4d1024" providerId="LiveId" clId="{CD62306B-222D-1348-91A9-D00913CB34C2}" dt="2023-11-12T04:28:30.794" v="908" actId="1076"/>
          <ac:picMkLst>
            <pc:docMk/>
            <pc:sldMk cId="1006818870" sldId="256"/>
            <ac:picMk id="573" creationId="{8423D721-53EE-24AC-21F3-243F9140FF41}"/>
          </ac:picMkLst>
        </pc:picChg>
        <pc:picChg chg="add mod">
          <ac:chgData name="Brxx Micro" userId="ce3735d86a4d1024" providerId="LiveId" clId="{CD62306B-222D-1348-91A9-D00913CB34C2}" dt="2023-11-12T04:32:39.581" v="936" actId="14100"/>
          <ac:picMkLst>
            <pc:docMk/>
            <pc:sldMk cId="1006818870" sldId="256"/>
            <ac:picMk id="577" creationId="{5CAFD477-4A93-B953-97FE-1230E1D9E005}"/>
          </ac:picMkLst>
        </pc:picChg>
        <pc:cxnChg chg="mod topLvl">
          <ac:chgData name="Brxx Micro" userId="ce3735d86a4d1024" providerId="LiveId" clId="{CD62306B-222D-1348-91A9-D00913CB34C2}" dt="2023-11-12T03:53:47.144" v="196" actId="1076"/>
          <ac:cxnSpMkLst>
            <pc:docMk/>
            <pc:sldMk cId="1006818870" sldId="256"/>
            <ac:cxnSpMk id="17" creationId="{028052C4-7D61-D760-3A76-67FA52B7DAC6}"/>
          </ac:cxnSpMkLst>
        </pc:cxnChg>
        <pc:cxnChg chg="mod topLvl">
          <ac:chgData name="Brxx Micro" userId="ce3735d86a4d1024" providerId="LiveId" clId="{CD62306B-222D-1348-91A9-D00913CB34C2}" dt="2023-11-12T03:53:27.802" v="186" actId="165"/>
          <ac:cxnSpMkLst>
            <pc:docMk/>
            <pc:sldMk cId="1006818870" sldId="256"/>
            <ac:cxnSpMk id="18" creationId="{4701E860-6B99-1AE7-2FEC-91CC4FF00F9A}"/>
          </ac:cxnSpMkLst>
        </pc:cxnChg>
        <pc:cxnChg chg="add mod">
          <ac:chgData name="Brxx Micro" userId="ce3735d86a4d1024" providerId="LiveId" clId="{CD62306B-222D-1348-91A9-D00913CB34C2}" dt="2023-11-12T04:20:43.007" v="714" actId="1076"/>
          <ac:cxnSpMkLst>
            <pc:docMk/>
            <pc:sldMk cId="1006818870" sldId="256"/>
            <ac:cxnSpMk id="38" creationId="{3C498C0E-CC76-B17E-F237-6D4A291441FA}"/>
          </ac:cxnSpMkLst>
        </pc:cxnChg>
        <pc:cxnChg chg="add mod">
          <ac:chgData name="Brxx Micro" userId="ce3735d86a4d1024" providerId="LiveId" clId="{CD62306B-222D-1348-91A9-D00913CB34C2}" dt="2023-11-12T04:29:16.015" v="912" actId="1076"/>
          <ac:cxnSpMkLst>
            <pc:docMk/>
            <pc:sldMk cId="1006818870" sldId="256"/>
            <ac:cxnSpMk id="51" creationId="{7A1517A2-6370-B042-E6E9-E6E3D59ABCEF}"/>
          </ac:cxnSpMkLst>
        </pc:cxnChg>
        <pc:cxnChg chg="add mod">
          <ac:chgData name="Brxx Micro" userId="ce3735d86a4d1024" providerId="LiveId" clId="{CD62306B-222D-1348-91A9-D00913CB34C2}" dt="2023-11-12T04:32:22.194" v="931" actId="1036"/>
          <ac:cxnSpMkLst>
            <pc:docMk/>
            <pc:sldMk cId="1006818870" sldId="256"/>
            <ac:cxnSpMk id="61" creationId="{1E27202D-D75F-05ED-1430-936949418F60}"/>
          </ac:cxnSpMkLst>
        </pc:cxnChg>
        <pc:cxnChg chg="del">
          <ac:chgData name="Brxx Micro" userId="ce3735d86a4d1024" providerId="LiveId" clId="{CD62306B-222D-1348-91A9-D00913CB34C2}" dt="2023-11-12T03:47:36.946" v="25" actId="478"/>
          <ac:cxnSpMkLst>
            <pc:docMk/>
            <pc:sldMk cId="1006818870" sldId="256"/>
            <ac:cxnSpMk id="270" creationId="{4BE06120-A8CB-14E8-5C57-651D0CA37B05}"/>
          </ac:cxnSpMkLst>
        </pc:cxnChg>
        <pc:cxnChg chg="del">
          <ac:chgData name="Brxx Micro" userId="ce3735d86a4d1024" providerId="LiveId" clId="{CD62306B-222D-1348-91A9-D00913CB34C2}" dt="2023-11-12T03:47:36.946" v="25" actId="478"/>
          <ac:cxnSpMkLst>
            <pc:docMk/>
            <pc:sldMk cId="1006818870" sldId="256"/>
            <ac:cxnSpMk id="271" creationId="{ABB33B62-AD9D-4AC9-DCA2-2E521C32C626}"/>
          </ac:cxnSpMkLst>
        </pc:cxnChg>
        <pc:cxnChg chg="del">
          <ac:chgData name="Brxx Micro" userId="ce3735d86a4d1024" providerId="LiveId" clId="{CD62306B-222D-1348-91A9-D00913CB34C2}" dt="2023-11-12T03:47:36.946" v="25" actId="478"/>
          <ac:cxnSpMkLst>
            <pc:docMk/>
            <pc:sldMk cId="1006818870" sldId="256"/>
            <ac:cxnSpMk id="272" creationId="{29951654-60F4-34B7-7A5E-3E9E34B082D7}"/>
          </ac:cxnSpMkLst>
        </pc:cxnChg>
        <pc:cxnChg chg="del mod">
          <ac:chgData name="Brxx Micro" userId="ce3735d86a4d1024" providerId="LiveId" clId="{CD62306B-222D-1348-91A9-D00913CB34C2}" dt="2023-11-12T03:47:36.946" v="25" actId="478"/>
          <ac:cxnSpMkLst>
            <pc:docMk/>
            <pc:sldMk cId="1006818870" sldId="256"/>
            <ac:cxnSpMk id="275" creationId="{A2BDBD0D-AB5C-32BE-82B1-76984D9FE419}"/>
          </ac:cxnSpMkLst>
        </pc:cxnChg>
        <pc:cxnChg chg="del mod">
          <ac:chgData name="Brxx Micro" userId="ce3735d86a4d1024" providerId="LiveId" clId="{CD62306B-222D-1348-91A9-D00913CB34C2}" dt="2023-11-12T03:47:36.946" v="25" actId="478"/>
          <ac:cxnSpMkLst>
            <pc:docMk/>
            <pc:sldMk cId="1006818870" sldId="256"/>
            <ac:cxnSpMk id="276" creationId="{C2C92EA9-62F3-160F-A023-9D78DDBC1B3A}"/>
          </ac:cxnSpMkLst>
        </pc:cxnChg>
        <pc:cxnChg chg="del mod">
          <ac:chgData name="Brxx Micro" userId="ce3735d86a4d1024" providerId="LiveId" clId="{CD62306B-222D-1348-91A9-D00913CB34C2}" dt="2023-11-12T03:47:36.946" v="25" actId="478"/>
          <ac:cxnSpMkLst>
            <pc:docMk/>
            <pc:sldMk cId="1006818870" sldId="256"/>
            <ac:cxnSpMk id="279" creationId="{70B6284F-811B-D855-7EB9-07918C5E7E78}"/>
          </ac:cxnSpMkLst>
        </pc:cxnChg>
        <pc:cxnChg chg="del mod">
          <ac:chgData name="Brxx Micro" userId="ce3735d86a4d1024" providerId="LiveId" clId="{CD62306B-222D-1348-91A9-D00913CB34C2}" dt="2023-11-12T03:47:36.946" v="25" actId="478"/>
          <ac:cxnSpMkLst>
            <pc:docMk/>
            <pc:sldMk cId="1006818870" sldId="256"/>
            <ac:cxnSpMk id="287" creationId="{C1283850-4003-CB15-116A-1C96DF83943E}"/>
          </ac:cxnSpMkLst>
        </pc:cxnChg>
        <pc:cxnChg chg="del mod">
          <ac:chgData name="Brxx Micro" userId="ce3735d86a4d1024" providerId="LiveId" clId="{CD62306B-222D-1348-91A9-D00913CB34C2}" dt="2023-11-12T03:47:36.946" v="25" actId="478"/>
          <ac:cxnSpMkLst>
            <pc:docMk/>
            <pc:sldMk cId="1006818870" sldId="256"/>
            <ac:cxnSpMk id="288" creationId="{6CF88411-778B-6059-925B-71FD7E7B070D}"/>
          </ac:cxnSpMkLst>
        </pc:cxnChg>
        <pc:cxnChg chg="del">
          <ac:chgData name="Brxx Micro" userId="ce3735d86a4d1024" providerId="LiveId" clId="{CD62306B-222D-1348-91A9-D00913CB34C2}" dt="2023-11-12T03:47:36.946" v="25" actId="478"/>
          <ac:cxnSpMkLst>
            <pc:docMk/>
            <pc:sldMk cId="1006818870" sldId="256"/>
            <ac:cxnSpMk id="304" creationId="{B0ABFE70-5236-C42F-AFFA-F5987A519DBC}"/>
          </ac:cxnSpMkLst>
        </pc:cxnChg>
        <pc:cxnChg chg="del">
          <ac:chgData name="Brxx Micro" userId="ce3735d86a4d1024" providerId="LiveId" clId="{CD62306B-222D-1348-91A9-D00913CB34C2}" dt="2023-11-12T03:47:36.946" v="25" actId="478"/>
          <ac:cxnSpMkLst>
            <pc:docMk/>
            <pc:sldMk cId="1006818870" sldId="256"/>
            <ac:cxnSpMk id="307" creationId="{95739156-CA81-0AC3-FE5F-744BBEEF13BB}"/>
          </ac:cxnSpMkLst>
        </pc:cxnChg>
        <pc:cxnChg chg="mod">
          <ac:chgData name="Brxx Micro" userId="ce3735d86a4d1024" providerId="LiveId" clId="{CD62306B-222D-1348-91A9-D00913CB34C2}" dt="2023-11-12T03:47:36.946" v="25" actId="478"/>
          <ac:cxnSpMkLst>
            <pc:docMk/>
            <pc:sldMk cId="1006818870" sldId="256"/>
            <ac:cxnSpMk id="315" creationId="{D2444234-4847-92CD-F109-5481069BBC53}"/>
          </ac:cxnSpMkLst>
        </pc:cxnChg>
        <pc:cxnChg chg="mod">
          <ac:chgData name="Brxx Micro" userId="ce3735d86a4d1024" providerId="LiveId" clId="{CD62306B-222D-1348-91A9-D00913CB34C2}" dt="2023-11-12T03:47:36.946" v="25" actId="478"/>
          <ac:cxnSpMkLst>
            <pc:docMk/>
            <pc:sldMk cId="1006818870" sldId="256"/>
            <ac:cxnSpMk id="318" creationId="{DD28B111-6EA1-3471-51D3-7B6CAEF18C10}"/>
          </ac:cxnSpMkLst>
        </pc:cxnChg>
        <pc:cxnChg chg="mod">
          <ac:chgData name="Brxx Micro" userId="ce3735d86a4d1024" providerId="LiveId" clId="{CD62306B-222D-1348-91A9-D00913CB34C2}" dt="2023-11-12T03:47:36.946" v="25" actId="478"/>
          <ac:cxnSpMkLst>
            <pc:docMk/>
            <pc:sldMk cId="1006818870" sldId="256"/>
            <ac:cxnSpMk id="319" creationId="{8D0C5CA0-1A03-2943-7D25-52AE43F0C689}"/>
          </ac:cxnSpMkLst>
        </pc:cxnChg>
        <pc:cxnChg chg="del">
          <ac:chgData name="Brxx Micro" userId="ce3735d86a4d1024" providerId="LiveId" clId="{CD62306B-222D-1348-91A9-D00913CB34C2}" dt="2023-11-12T03:47:36.946" v="25" actId="478"/>
          <ac:cxnSpMkLst>
            <pc:docMk/>
            <pc:sldMk cId="1006818870" sldId="256"/>
            <ac:cxnSpMk id="324" creationId="{54C2BD19-B642-8664-4126-D4B3A27B769A}"/>
          </ac:cxnSpMkLst>
        </pc:cxnChg>
        <pc:cxnChg chg="del">
          <ac:chgData name="Brxx Micro" userId="ce3735d86a4d1024" providerId="LiveId" clId="{CD62306B-222D-1348-91A9-D00913CB34C2}" dt="2023-11-12T03:47:36.946" v="25" actId="478"/>
          <ac:cxnSpMkLst>
            <pc:docMk/>
            <pc:sldMk cId="1006818870" sldId="256"/>
            <ac:cxnSpMk id="325" creationId="{9FDE51CC-1CA6-EE50-1ABF-ABC38A5368D5}"/>
          </ac:cxnSpMkLst>
        </pc:cxnChg>
        <pc:cxnChg chg="mod">
          <ac:chgData name="Brxx Micro" userId="ce3735d86a4d1024" providerId="LiveId" clId="{CD62306B-222D-1348-91A9-D00913CB34C2}" dt="2023-11-12T04:29:03.913" v="911" actId="1076"/>
          <ac:cxnSpMkLst>
            <pc:docMk/>
            <pc:sldMk cId="1006818870" sldId="256"/>
            <ac:cxnSpMk id="326" creationId="{5E3822E8-6474-1D1C-A689-536AC6CE22C4}"/>
          </ac:cxnSpMkLst>
        </pc:cxnChg>
        <pc:cxnChg chg="del">
          <ac:chgData name="Brxx Micro" userId="ce3735d86a4d1024" providerId="LiveId" clId="{CD62306B-222D-1348-91A9-D00913CB34C2}" dt="2023-11-12T03:47:36.946" v="25" actId="478"/>
          <ac:cxnSpMkLst>
            <pc:docMk/>
            <pc:sldMk cId="1006818870" sldId="256"/>
            <ac:cxnSpMk id="327" creationId="{AB915366-F64B-456A-F1C1-35665E1861C1}"/>
          </ac:cxnSpMkLst>
        </pc:cxnChg>
        <pc:cxnChg chg="del">
          <ac:chgData name="Brxx Micro" userId="ce3735d86a4d1024" providerId="LiveId" clId="{CD62306B-222D-1348-91A9-D00913CB34C2}" dt="2023-11-12T03:47:36.946" v="25" actId="478"/>
          <ac:cxnSpMkLst>
            <pc:docMk/>
            <pc:sldMk cId="1006818870" sldId="256"/>
            <ac:cxnSpMk id="359" creationId="{CD8174C1-9B30-4DF4-EA45-EB9B3CFA7295}"/>
          </ac:cxnSpMkLst>
        </pc:cxnChg>
        <pc:cxnChg chg="del">
          <ac:chgData name="Brxx Micro" userId="ce3735d86a4d1024" providerId="LiveId" clId="{CD62306B-222D-1348-91A9-D00913CB34C2}" dt="2023-11-12T03:47:36.946" v="25" actId="478"/>
          <ac:cxnSpMkLst>
            <pc:docMk/>
            <pc:sldMk cId="1006818870" sldId="256"/>
            <ac:cxnSpMk id="371" creationId="{1E5F12C5-8DF5-9990-227C-B3F65D116432}"/>
          </ac:cxnSpMkLst>
        </pc:cxnChg>
        <pc:cxnChg chg="del">
          <ac:chgData name="Brxx Micro" userId="ce3735d86a4d1024" providerId="LiveId" clId="{CD62306B-222D-1348-91A9-D00913CB34C2}" dt="2023-11-12T03:47:36.946" v="25" actId="478"/>
          <ac:cxnSpMkLst>
            <pc:docMk/>
            <pc:sldMk cId="1006818870" sldId="256"/>
            <ac:cxnSpMk id="373" creationId="{B0A2F051-3827-CE23-BA12-C9FCEF13ED77}"/>
          </ac:cxnSpMkLst>
        </pc:cxnChg>
        <pc:cxnChg chg="mod">
          <ac:chgData name="Brxx Micro" userId="ce3735d86a4d1024" providerId="LiveId" clId="{CD62306B-222D-1348-91A9-D00913CB34C2}" dt="2023-11-12T03:47:36.946" v="25" actId="478"/>
          <ac:cxnSpMkLst>
            <pc:docMk/>
            <pc:sldMk cId="1006818870" sldId="256"/>
            <ac:cxnSpMk id="396" creationId="{B8E4788F-57DC-42CB-6899-A803D4FC1348}"/>
          </ac:cxnSpMkLst>
        </pc:cxnChg>
        <pc:cxnChg chg="mod">
          <ac:chgData name="Brxx Micro" userId="ce3735d86a4d1024" providerId="LiveId" clId="{CD62306B-222D-1348-91A9-D00913CB34C2}" dt="2023-11-12T03:47:36.946" v="25" actId="478"/>
          <ac:cxnSpMkLst>
            <pc:docMk/>
            <pc:sldMk cId="1006818870" sldId="256"/>
            <ac:cxnSpMk id="397" creationId="{9C157F0E-92C5-8F0C-28A4-2EB33A8F3FBF}"/>
          </ac:cxnSpMkLst>
        </pc:cxnChg>
        <pc:cxnChg chg="mod">
          <ac:chgData name="Brxx Micro" userId="ce3735d86a4d1024" providerId="LiveId" clId="{CD62306B-222D-1348-91A9-D00913CB34C2}" dt="2023-11-12T03:47:36.946" v="25" actId="478"/>
          <ac:cxnSpMkLst>
            <pc:docMk/>
            <pc:sldMk cId="1006818870" sldId="256"/>
            <ac:cxnSpMk id="398" creationId="{2BFDFECE-8D07-A11C-74EF-56B25412A80A}"/>
          </ac:cxnSpMkLst>
        </pc:cxnChg>
        <pc:cxnChg chg="mod">
          <ac:chgData name="Brxx Micro" userId="ce3735d86a4d1024" providerId="LiveId" clId="{CD62306B-222D-1348-91A9-D00913CB34C2}" dt="2023-11-12T03:47:36.946" v="25" actId="478"/>
          <ac:cxnSpMkLst>
            <pc:docMk/>
            <pc:sldMk cId="1006818870" sldId="256"/>
            <ac:cxnSpMk id="399" creationId="{3C26C3FE-364A-B42B-49D9-55A36C1E9630}"/>
          </ac:cxnSpMkLst>
        </pc:cxnChg>
        <pc:cxnChg chg="mod">
          <ac:chgData name="Brxx Micro" userId="ce3735d86a4d1024" providerId="LiveId" clId="{CD62306B-222D-1348-91A9-D00913CB34C2}" dt="2023-11-12T03:47:36.946" v="25" actId="478"/>
          <ac:cxnSpMkLst>
            <pc:docMk/>
            <pc:sldMk cId="1006818870" sldId="256"/>
            <ac:cxnSpMk id="400" creationId="{F29CA609-8389-1B6B-2035-82B4933E8B31}"/>
          </ac:cxnSpMkLst>
        </pc:cxnChg>
        <pc:cxnChg chg="mod">
          <ac:chgData name="Brxx Micro" userId="ce3735d86a4d1024" providerId="LiveId" clId="{CD62306B-222D-1348-91A9-D00913CB34C2}" dt="2023-11-12T03:47:36.946" v="25" actId="478"/>
          <ac:cxnSpMkLst>
            <pc:docMk/>
            <pc:sldMk cId="1006818870" sldId="256"/>
            <ac:cxnSpMk id="401" creationId="{0190939E-BA8C-BF30-32E9-17ED49DA09A4}"/>
          </ac:cxnSpMkLst>
        </pc:cxnChg>
        <pc:cxnChg chg="mod">
          <ac:chgData name="Brxx Micro" userId="ce3735d86a4d1024" providerId="LiveId" clId="{CD62306B-222D-1348-91A9-D00913CB34C2}" dt="2023-11-12T03:47:36.946" v="25" actId="478"/>
          <ac:cxnSpMkLst>
            <pc:docMk/>
            <pc:sldMk cId="1006818870" sldId="256"/>
            <ac:cxnSpMk id="402" creationId="{6533C3C1-86F0-93D5-7FAC-7F859521920F}"/>
          </ac:cxnSpMkLst>
        </pc:cxnChg>
        <pc:cxnChg chg="mod">
          <ac:chgData name="Brxx Micro" userId="ce3735d86a4d1024" providerId="LiveId" clId="{CD62306B-222D-1348-91A9-D00913CB34C2}" dt="2023-11-12T03:47:36.946" v="25" actId="478"/>
          <ac:cxnSpMkLst>
            <pc:docMk/>
            <pc:sldMk cId="1006818870" sldId="256"/>
            <ac:cxnSpMk id="403" creationId="{0DADAD25-84C7-4362-A079-98D34AD4F16C}"/>
          </ac:cxnSpMkLst>
        </pc:cxnChg>
        <pc:cxnChg chg="mod">
          <ac:chgData name="Brxx Micro" userId="ce3735d86a4d1024" providerId="LiveId" clId="{CD62306B-222D-1348-91A9-D00913CB34C2}" dt="2023-11-12T03:47:36.946" v="25" actId="478"/>
          <ac:cxnSpMkLst>
            <pc:docMk/>
            <pc:sldMk cId="1006818870" sldId="256"/>
            <ac:cxnSpMk id="404" creationId="{364F9199-034D-EC0E-45F5-099D5E5DDCFE}"/>
          </ac:cxnSpMkLst>
        </pc:cxnChg>
        <pc:cxnChg chg="mod">
          <ac:chgData name="Brxx Micro" userId="ce3735d86a4d1024" providerId="LiveId" clId="{CD62306B-222D-1348-91A9-D00913CB34C2}" dt="2023-11-12T03:47:36.946" v="25" actId="478"/>
          <ac:cxnSpMkLst>
            <pc:docMk/>
            <pc:sldMk cId="1006818870" sldId="256"/>
            <ac:cxnSpMk id="405" creationId="{F5130694-F24E-F458-CE39-8B34EE448C76}"/>
          </ac:cxnSpMkLst>
        </pc:cxnChg>
        <pc:cxnChg chg="mod">
          <ac:chgData name="Brxx Micro" userId="ce3735d86a4d1024" providerId="LiveId" clId="{CD62306B-222D-1348-91A9-D00913CB34C2}" dt="2023-11-12T03:47:36.946" v="25" actId="478"/>
          <ac:cxnSpMkLst>
            <pc:docMk/>
            <pc:sldMk cId="1006818870" sldId="256"/>
            <ac:cxnSpMk id="406" creationId="{12BB1389-AAEC-106C-82BA-C672F5F5657A}"/>
          </ac:cxnSpMkLst>
        </pc:cxnChg>
        <pc:cxnChg chg="mod">
          <ac:chgData name="Brxx Micro" userId="ce3735d86a4d1024" providerId="LiveId" clId="{CD62306B-222D-1348-91A9-D00913CB34C2}" dt="2023-11-12T03:47:36.946" v="25" actId="478"/>
          <ac:cxnSpMkLst>
            <pc:docMk/>
            <pc:sldMk cId="1006818870" sldId="256"/>
            <ac:cxnSpMk id="410" creationId="{1019BA5E-DD06-B100-D216-A01B65795367}"/>
          </ac:cxnSpMkLst>
        </pc:cxnChg>
        <pc:cxnChg chg="mod">
          <ac:chgData name="Brxx Micro" userId="ce3735d86a4d1024" providerId="LiveId" clId="{CD62306B-222D-1348-91A9-D00913CB34C2}" dt="2023-11-12T03:47:36.946" v="25" actId="478"/>
          <ac:cxnSpMkLst>
            <pc:docMk/>
            <pc:sldMk cId="1006818870" sldId="256"/>
            <ac:cxnSpMk id="411" creationId="{D6C0FF32-FFB4-A690-D73C-A7F6D6480B42}"/>
          </ac:cxnSpMkLst>
        </pc:cxnChg>
        <pc:cxnChg chg="mod">
          <ac:chgData name="Brxx Micro" userId="ce3735d86a4d1024" providerId="LiveId" clId="{CD62306B-222D-1348-91A9-D00913CB34C2}" dt="2023-11-12T03:47:36.946" v="25" actId="478"/>
          <ac:cxnSpMkLst>
            <pc:docMk/>
            <pc:sldMk cId="1006818870" sldId="256"/>
            <ac:cxnSpMk id="412" creationId="{EDD5F1C5-43B1-6929-8F0C-D74E3813203C}"/>
          </ac:cxnSpMkLst>
        </pc:cxnChg>
        <pc:cxnChg chg="mod">
          <ac:chgData name="Brxx Micro" userId="ce3735d86a4d1024" providerId="LiveId" clId="{CD62306B-222D-1348-91A9-D00913CB34C2}" dt="2023-11-12T03:47:36.946" v="25" actId="478"/>
          <ac:cxnSpMkLst>
            <pc:docMk/>
            <pc:sldMk cId="1006818870" sldId="256"/>
            <ac:cxnSpMk id="413" creationId="{C30A5D55-9D08-072A-8D74-F75316073C13}"/>
          </ac:cxnSpMkLst>
        </pc:cxnChg>
        <pc:cxnChg chg="mod">
          <ac:chgData name="Brxx Micro" userId="ce3735d86a4d1024" providerId="LiveId" clId="{CD62306B-222D-1348-91A9-D00913CB34C2}" dt="2023-11-12T03:47:36.946" v="25" actId="478"/>
          <ac:cxnSpMkLst>
            <pc:docMk/>
            <pc:sldMk cId="1006818870" sldId="256"/>
            <ac:cxnSpMk id="414" creationId="{D19B7FC8-B06F-1ADB-2B13-A343601188CC}"/>
          </ac:cxnSpMkLst>
        </pc:cxnChg>
        <pc:cxnChg chg="mod">
          <ac:chgData name="Brxx Micro" userId="ce3735d86a4d1024" providerId="LiveId" clId="{CD62306B-222D-1348-91A9-D00913CB34C2}" dt="2023-11-12T03:47:36.946" v="25" actId="478"/>
          <ac:cxnSpMkLst>
            <pc:docMk/>
            <pc:sldMk cId="1006818870" sldId="256"/>
            <ac:cxnSpMk id="420" creationId="{6B91476B-4EE1-AFC1-2F8D-F0C060B300CF}"/>
          </ac:cxnSpMkLst>
        </pc:cxnChg>
        <pc:cxnChg chg="mod">
          <ac:chgData name="Brxx Micro" userId="ce3735d86a4d1024" providerId="LiveId" clId="{CD62306B-222D-1348-91A9-D00913CB34C2}" dt="2023-11-12T03:47:36.946" v="25" actId="478"/>
          <ac:cxnSpMkLst>
            <pc:docMk/>
            <pc:sldMk cId="1006818870" sldId="256"/>
            <ac:cxnSpMk id="421" creationId="{D8BE0BDC-F9B0-5FB8-3403-D59EFA56A291}"/>
          </ac:cxnSpMkLst>
        </pc:cxnChg>
        <pc:cxnChg chg="mod">
          <ac:chgData name="Brxx Micro" userId="ce3735d86a4d1024" providerId="LiveId" clId="{CD62306B-222D-1348-91A9-D00913CB34C2}" dt="2023-11-12T03:47:36.946" v="25" actId="478"/>
          <ac:cxnSpMkLst>
            <pc:docMk/>
            <pc:sldMk cId="1006818870" sldId="256"/>
            <ac:cxnSpMk id="422" creationId="{7C13F104-71D5-0FE8-077D-A79A74A2697D}"/>
          </ac:cxnSpMkLst>
        </pc:cxnChg>
        <pc:cxnChg chg="mod">
          <ac:chgData name="Brxx Micro" userId="ce3735d86a4d1024" providerId="LiveId" clId="{CD62306B-222D-1348-91A9-D00913CB34C2}" dt="2023-11-12T03:47:36.946" v="25" actId="478"/>
          <ac:cxnSpMkLst>
            <pc:docMk/>
            <pc:sldMk cId="1006818870" sldId="256"/>
            <ac:cxnSpMk id="423" creationId="{07ECA3A3-CB56-E4BF-62E7-5EB00441CAB4}"/>
          </ac:cxnSpMkLst>
        </pc:cxnChg>
        <pc:cxnChg chg="mod">
          <ac:chgData name="Brxx Micro" userId="ce3735d86a4d1024" providerId="LiveId" clId="{CD62306B-222D-1348-91A9-D00913CB34C2}" dt="2023-11-12T03:47:36.946" v="25" actId="478"/>
          <ac:cxnSpMkLst>
            <pc:docMk/>
            <pc:sldMk cId="1006818870" sldId="256"/>
            <ac:cxnSpMk id="424" creationId="{6B9AAE3D-32A2-52FC-9D08-7C18CA98F82A}"/>
          </ac:cxnSpMkLst>
        </pc:cxnChg>
        <pc:cxnChg chg="mod">
          <ac:chgData name="Brxx Micro" userId="ce3735d86a4d1024" providerId="LiveId" clId="{CD62306B-222D-1348-91A9-D00913CB34C2}" dt="2023-11-12T03:47:36.946" v="25" actId="478"/>
          <ac:cxnSpMkLst>
            <pc:docMk/>
            <pc:sldMk cId="1006818870" sldId="256"/>
            <ac:cxnSpMk id="425" creationId="{DF89F64C-01E3-41E5-3A51-2EAFF593F2E2}"/>
          </ac:cxnSpMkLst>
        </pc:cxnChg>
        <pc:cxnChg chg="mod">
          <ac:chgData name="Brxx Micro" userId="ce3735d86a4d1024" providerId="LiveId" clId="{CD62306B-222D-1348-91A9-D00913CB34C2}" dt="2023-11-12T03:47:36.946" v="25" actId="478"/>
          <ac:cxnSpMkLst>
            <pc:docMk/>
            <pc:sldMk cId="1006818870" sldId="256"/>
            <ac:cxnSpMk id="432" creationId="{860D177D-C860-CDA7-DC1E-9B03FC2F3C61}"/>
          </ac:cxnSpMkLst>
        </pc:cxnChg>
        <pc:cxnChg chg="del">
          <ac:chgData name="Brxx Micro" userId="ce3735d86a4d1024" providerId="LiveId" clId="{CD62306B-222D-1348-91A9-D00913CB34C2}" dt="2023-11-12T03:47:36.946" v="25" actId="478"/>
          <ac:cxnSpMkLst>
            <pc:docMk/>
            <pc:sldMk cId="1006818870" sldId="256"/>
            <ac:cxnSpMk id="440" creationId="{ADC760C8-C18F-4800-8D42-679E5E2070DB}"/>
          </ac:cxnSpMkLst>
        </pc:cxnChg>
        <pc:cxnChg chg="del">
          <ac:chgData name="Brxx Micro" userId="ce3735d86a4d1024" providerId="LiveId" clId="{CD62306B-222D-1348-91A9-D00913CB34C2}" dt="2023-11-12T03:47:36.946" v="25" actId="478"/>
          <ac:cxnSpMkLst>
            <pc:docMk/>
            <pc:sldMk cId="1006818870" sldId="256"/>
            <ac:cxnSpMk id="478" creationId="{49B5ADF2-E624-37E1-A991-A397472AAFA2}"/>
          </ac:cxnSpMkLst>
        </pc:cxnChg>
        <pc:cxnChg chg="del">
          <ac:chgData name="Brxx Micro" userId="ce3735d86a4d1024" providerId="LiveId" clId="{CD62306B-222D-1348-91A9-D00913CB34C2}" dt="2023-11-12T03:47:36.946" v="25" actId="478"/>
          <ac:cxnSpMkLst>
            <pc:docMk/>
            <pc:sldMk cId="1006818870" sldId="256"/>
            <ac:cxnSpMk id="479" creationId="{0D5C73F5-8D7D-D242-954B-F5D499E7BA97}"/>
          </ac:cxnSpMkLst>
        </pc:cxnChg>
        <pc:cxnChg chg="del">
          <ac:chgData name="Brxx Micro" userId="ce3735d86a4d1024" providerId="LiveId" clId="{CD62306B-222D-1348-91A9-D00913CB34C2}" dt="2023-11-12T03:47:36.946" v="25" actId="478"/>
          <ac:cxnSpMkLst>
            <pc:docMk/>
            <pc:sldMk cId="1006818870" sldId="256"/>
            <ac:cxnSpMk id="486" creationId="{ACAB70C6-8B07-F208-B48D-836B14DB287D}"/>
          </ac:cxnSpMkLst>
        </pc:cxnChg>
        <pc:cxnChg chg="del">
          <ac:chgData name="Brxx Micro" userId="ce3735d86a4d1024" providerId="LiveId" clId="{CD62306B-222D-1348-91A9-D00913CB34C2}" dt="2023-11-12T03:47:36.946" v="25" actId="478"/>
          <ac:cxnSpMkLst>
            <pc:docMk/>
            <pc:sldMk cId="1006818870" sldId="256"/>
            <ac:cxnSpMk id="487" creationId="{46528D65-0A29-B76E-176A-6471497A7283}"/>
          </ac:cxnSpMkLst>
        </pc:cxnChg>
        <pc:cxnChg chg="add mod">
          <ac:chgData name="Brxx Micro" userId="ce3735d86a4d1024" providerId="LiveId" clId="{CD62306B-222D-1348-91A9-D00913CB34C2}" dt="2023-11-12T04:28:30.794" v="908" actId="1076"/>
          <ac:cxnSpMkLst>
            <pc:docMk/>
            <pc:sldMk cId="1006818870" sldId="256"/>
            <ac:cxnSpMk id="519" creationId="{46CF0677-4B17-3A96-ACC5-D3E86E572305}"/>
          </ac:cxnSpMkLst>
        </pc:cxnChg>
        <pc:cxnChg chg="mod">
          <ac:chgData name="Brxx Micro" userId="ce3735d86a4d1024" providerId="LiveId" clId="{CD62306B-222D-1348-91A9-D00913CB34C2}" dt="2023-11-12T04:16:10.858" v="623"/>
          <ac:cxnSpMkLst>
            <pc:docMk/>
            <pc:sldMk cId="1006818870" sldId="256"/>
            <ac:cxnSpMk id="523" creationId="{49C355E4-0BD5-DD10-6511-466689AD8C15}"/>
          </ac:cxnSpMkLst>
        </pc:cxnChg>
        <pc:cxnChg chg="mod">
          <ac:chgData name="Brxx Micro" userId="ce3735d86a4d1024" providerId="LiveId" clId="{CD62306B-222D-1348-91A9-D00913CB34C2}" dt="2023-11-12T04:16:10.858" v="623"/>
          <ac:cxnSpMkLst>
            <pc:docMk/>
            <pc:sldMk cId="1006818870" sldId="256"/>
            <ac:cxnSpMk id="530" creationId="{A1859136-6943-CB57-91A7-227067F513CA}"/>
          </ac:cxnSpMkLst>
        </pc:cxnChg>
        <pc:cxnChg chg="mod">
          <ac:chgData name="Brxx Micro" userId="ce3735d86a4d1024" providerId="LiveId" clId="{CD62306B-222D-1348-91A9-D00913CB34C2}" dt="2023-11-12T04:16:34.903" v="632" actId="255"/>
          <ac:cxnSpMkLst>
            <pc:docMk/>
            <pc:sldMk cId="1006818870" sldId="256"/>
            <ac:cxnSpMk id="532" creationId="{A0478A8A-4838-B8C8-BADF-8CD958CF5960}"/>
          </ac:cxnSpMkLst>
        </pc:cxnChg>
        <pc:cxnChg chg="mod">
          <ac:chgData name="Brxx Micro" userId="ce3735d86a4d1024" providerId="LiveId" clId="{CD62306B-222D-1348-91A9-D00913CB34C2}" dt="2023-11-12T04:17:07.159" v="638" actId="14100"/>
          <ac:cxnSpMkLst>
            <pc:docMk/>
            <pc:sldMk cId="1006818870" sldId="256"/>
            <ac:cxnSpMk id="534" creationId="{AD9B648B-D516-7F6D-29AD-E9A82EBFDB81}"/>
          </ac:cxnSpMkLst>
        </pc:cxnChg>
        <pc:cxnChg chg="mod">
          <ac:chgData name="Brxx Micro" userId="ce3735d86a4d1024" providerId="LiveId" clId="{CD62306B-222D-1348-91A9-D00913CB34C2}" dt="2023-11-12T04:16:34.903" v="632" actId="255"/>
          <ac:cxnSpMkLst>
            <pc:docMk/>
            <pc:sldMk cId="1006818870" sldId="256"/>
            <ac:cxnSpMk id="540" creationId="{67EDBCE1-D18A-8F69-A46C-76571738847B}"/>
          </ac:cxnSpMkLst>
        </pc:cxnChg>
        <pc:cxnChg chg="mod">
          <ac:chgData name="Brxx Micro" userId="ce3735d86a4d1024" providerId="LiveId" clId="{CD62306B-222D-1348-91A9-D00913CB34C2}" dt="2023-11-12T04:16:34.903" v="632" actId="255"/>
          <ac:cxnSpMkLst>
            <pc:docMk/>
            <pc:sldMk cId="1006818870" sldId="256"/>
            <ac:cxnSpMk id="541" creationId="{9165964C-0640-3614-7A28-0BD41394EE12}"/>
          </ac:cxnSpMkLst>
        </pc:cxnChg>
        <pc:cxnChg chg="mod">
          <ac:chgData name="Brxx Micro" userId="ce3735d86a4d1024" providerId="LiveId" clId="{CD62306B-222D-1348-91A9-D00913CB34C2}" dt="2023-11-12T04:16:34.903" v="632" actId="255"/>
          <ac:cxnSpMkLst>
            <pc:docMk/>
            <pc:sldMk cId="1006818870" sldId="256"/>
            <ac:cxnSpMk id="542" creationId="{9E962A8E-F8D3-E969-4E73-840631F4C14F}"/>
          </ac:cxnSpMkLst>
        </pc:cxnChg>
        <pc:cxnChg chg="mod">
          <ac:chgData name="Brxx Micro" userId="ce3735d86a4d1024" providerId="LiveId" clId="{CD62306B-222D-1348-91A9-D00913CB34C2}" dt="2023-11-12T04:16:10.858" v="623"/>
          <ac:cxnSpMkLst>
            <pc:docMk/>
            <pc:sldMk cId="1006818870" sldId="256"/>
            <ac:cxnSpMk id="543" creationId="{D1650410-1B0F-F11F-ED21-9365F14FBE91}"/>
          </ac:cxnSpMkLst>
        </pc:cxnChg>
        <pc:cxnChg chg="mod">
          <ac:chgData name="Brxx Micro" userId="ce3735d86a4d1024" providerId="LiveId" clId="{CD62306B-222D-1348-91A9-D00913CB34C2}" dt="2023-11-12T04:16:10.858" v="623"/>
          <ac:cxnSpMkLst>
            <pc:docMk/>
            <pc:sldMk cId="1006818870" sldId="256"/>
            <ac:cxnSpMk id="544" creationId="{BA8541BB-FF33-5966-3B5D-A1D11CED1A25}"/>
          </ac:cxnSpMkLst>
        </pc:cxnChg>
        <pc:cxnChg chg="mod">
          <ac:chgData name="Brxx Micro" userId="ce3735d86a4d1024" providerId="LiveId" clId="{CD62306B-222D-1348-91A9-D00913CB34C2}" dt="2023-11-12T04:16:10.858" v="623"/>
          <ac:cxnSpMkLst>
            <pc:docMk/>
            <pc:sldMk cId="1006818870" sldId="256"/>
            <ac:cxnSpMk id="545" creationId="{FA68E114-FAFA-C884-2FAA-0E2596FB1D29}"/>
          </ac:cxnSpMkLst>
        </pc:cxnChg>
        <pc:cxnChg chg="mod">
          <ac:chgData name="Brxx Micro" userId="ce3735d86a4d1024" providerId="LiveId" clId="{CD62306B-222D-1348-91A9-D00913CB34C2}" dt="2023-11-12T04:16:10.858" v="623"/>
          <ac:cxnSpMkLst>
            <pc:docMk/>
            <pc:sldMk cId="1006818870" sldId="256"/>
            <ac:cxnSpMk id="554" creationId="{AF9B1D9C-1EAD-BCD2-3018-12F7B583D4A3}"/>
          </ac:cxnSpMkLst>
        </pc:cxnChg>
        <pc:cxnChg chg="mod">
          <ac:chgData name="Brxx Micro" userId="ce3735d86a4d1024" providerId="LiveId" clId="{CD62306B-222D-1348-91A9-D00913CB34C2}" dt="2023-11-12T04:16:10.858" v="623"/>
          <ac:cxnSpMkLst>
            <pc:docMk/>
            <pc:sldMk cId="1006818870" sldId="256"/>
            <ac:cxnSpMk id="557" creationId="{57C72A04-2267-5DF7-F74B-49137FA9CA9A}"/>
          </ac:cxnSpMkLst>
        </pc:cxnChg>
        <pc:cxnChg chg="mod">
          <ac:chgData name="Brxx Micro" userId="ce3735d86a4d1024" providerId="LiveId" clId="{CD62306B-222D-1348-91A9-D00913CB34C2}" dt="2023-11-12T04:17:07.159" v="638" actId="14100"/>
          <ac:cxnSpMkLst>
            <pc:docMk/>
            <pc:sldMk cId="1006818870" sldId="256"/>
            <ac:cxnSpMk id="560" creationId="{6E561CF0-EAF2-6903-6BCB-906B0C94E781}"/>
          </ac:cxnSpMkLst>
        </pc:cxnChg>
        <pc:cxnChg chg="mod">
          <ac:chgData name="Brxx Micro" userId="ce3735d86a4d1024" providerId="LiveId" clId="{CD62306B-222D-1348-91A9-D00913CB34C2}" dt="2023-11-12T04:16:10.858" v="623"/>
          <ac:cxnSpMkLst>
            <pc:docMk/>
            <pc:sldMk cId="1006818870" sldId="256"/>
            <ac:cxnSpMk id="561" creationId="{83523898-CF70-6CC2-4768-0920C5B38DB5}"/>
          </ac:cxnSpMkLst>
        </pc:cxnChg>
        <pc:cxnChg chg="add mod">
          <ac:chgData name="Brxx Micro" userId="ce3735d86a4d1024" providerId="LiveId" clId="{CD62306B-222D-1348-91A9-D00913CB34C2}" dt="2023-11-12T04:32:16.299" v="924" actId="1035"/>
          <ac:cxnSpMkLst>
            <pc:docMk/>
            <pc:sldMk cId="1006818870" sldId="256"/>
            <ac:cxnSpMk id="576" creationId="{9121FFA7-395E-B02D-E51F-22D20F2E35E6}"/>
          </ac:cxnSpMkLst>
        </pc:cxnChg>
      </pc:sldChg>
    </pc:docChg>
  </pc:docChgLst>
  <pc:docChgLst>
    <pc:chgData name="Brxx Micro" userId="ce3735d86a4d1024" providerId="LiveId" clId="{F0F16D64-0FC9-A642-8A4A-16B22FE426A3}"/>
    <pc:docChg chg="undo custSel modSld modMainMaster modNotesMaster">
      <pc:chgData name="Brxx Micro" userId="ce3735d86a4d1024" providerId="LiveId" clId="{F0F16D64-0FC9-A642-8A4A-16B22FE426A3}" dt="2023-11-30T21:59:42.856" v="975" actId="1035"/>
      <pc:docMkLst>
        <pc:docMk/>
      </pc:docMkLst>
      <pc:sldChg chg="addSp delSp modSp mod modNotes">
        <pc:chgData name="Brxx Micro" userId="ce3735d86a4d1024" providerId="LiveId" clId="{F0F16D64-0FC9-A642-8A4A-16B22FE426A3}" dt="2023-11-30T21:59:42.856" v="975" actId="1035"/>
        <pc:sldMkLst>
          <pc:docMk/>
          <pc:sldMk cId="1006818870" sldId="256"/>
        </pc:sldMkLst>
        <pc:spChg chg="add del mod">
          <ac:chgData name="Brxx Micro" userId="ce3735d86a4d1024" providerId="LiveId" clId="{F0F16D64-0FC9-A642-8A4A-16B22FE426A3}" dt="2023-11-30T05:07:13.703" v="8"/>
          <ac:spMkLst>
            <pc:docMk/>
            <pc:sldMk cId="1006818870" sldId="256"/>
            <ac:spMk id="7" creationId="{389D237A-FA5D-CBEA-5416-57951607851D}"/>
          </ac:spMkLst>
        </pc:spChg>
        <pc:spChg chg="add mod">
          <ac:chgData name="Brxx Micro" userId="ce3735d86a4d1024" providerId="LiveId" clId="{F0F16D64-0FC9-A642-8A4A-16B22FE426A3}" dt="2023-11-30T21:55:10.319" v="875" actId="1036"/>
          <ac:spMkLst>
            <pc:docMk/>
            <pc:sldMk cId="1006818870" sldId="256"/>
            <ac:spMk id="7" creationId="{C89CC78A-C87D-EE5F-1708-BBB926555D36}"/>
          </ac:spMkLst>
        </pc:spChg>
        <pc:spChg chg="mod">
          <ac:chgData name="Brxx Micro" userId="ce3735d86a4d1024" providerId="LiveId" clId="{F0F16D64-0FC9-A642-8A4A-16B22FE426A3}" dt="2023-11-30T05:07:05.160" v="5"/>
          <ac:spMkLst>
            <pc:docMk/>
            <pc:sldMk cId="1006818870" sldId="256"/>
            <ac:spMk id="10" creationId="{43021F52-E6D5-2A45-36FD-67869903EEC4}"/>
          </ac:spMkLst>
        </pc:spChg>
        <pc:spChg chg="mod">
          <ac:chgData name="Brxx Micro" userId="ce3735d86a4d1024" providerId="LiveId" clId="{F0F16D64-0FC9-A642-8A4A-16B22FE426A3}" dt="2023-11-30T05:07:05.160" v="5"/>
          <ac:spMkLst>
            <pc:docMk/>
            <pc:sldMk cId="1006818870" sldId="256"/>
            <ac:spMk id="11" creationId="{D06257D1-BCF3-8949-F593-F99B60EA6356}"/>
          </ac:spMkLst>
        </pc:spChg>
        <pc:spChg chg="mod">
          <ac:chgData name="Brxx Micro" userId="ce3735d86a4d1024" providerId="LiveId" clId="{F0F16D64-0FC9-A642-8A4A-16B22FE426A3}" dt="2023-11-30T05:07:05.160" v="5"/>
          <ac:spMkLst>
            <pc:docMk/>
            <pc:sldMk cId="1006818870" sldId="256"/>
            <ac:spMk id="12" creationId="{15A28A12-9A98-514F-8E13-A2859444BF26}"/>
          </ac:spMkLst>
        </pc:spChg>
        <pc:spChg chg="mod">
          <ac:chgData name="Brxx Micro" userId="ce3735d86a4d1024" providerId="LiveId" clId="{F0F16D64-0FC9-A642-8A4A-16B22FE426A3}" dt="2023-11-30T05:35:52.097" v="605" actId="1035"/>
          <ac:spMkLst>
            <pc:docMk/>
            <pc:sldMk cId="1006818870" sldId="256"/>
            <ac:spMk id="14" creationId="{398D7AD0-88BE-B4E1-251D-EB6ED4C04B5B}"/>
          </ac:spMkLst>
        </pc:spChg>
        <pc:spChg chg="mod">
          <ac:chgData name="Brxx Micro" userId="ce3735d86a4d1024" providerId="LiveId" clId="{F0F16D64-0FC9-A642-8A4A-16B22FE426A3}" dt="2023-11-30T05:07:05.160" v="5"/>
          <ac:spMkLst>
            <pc:docMk/>
            <pc:sldMk cId="1006818870" sldId="256"/>
            <ac:spMk id="15" creationId="{FEFCAB35-7B00-7427-28ED-6B8F81BB1FA9}"/>
          </ac:spMkLst>
        </pc:spChg>
        <pc:spChg chg="mod">
          <ac:chgData name="Brxx Micro" userId="ce3735d86a4d1024" providerId="LiveId" clId="{F0F16D64-0FC9-A642-8A4A-16B22FE426A3}" dt="2023-11-30T05:07:05.160" v="5"/>
          <ac:spMkLst>
            <pc:docMk/>
            <pc:sldMk cId="1006818870" sldId="256"/>
            <ac:spMk id="16" creationId="{83B9E02D-6409-11F6-E32D-D00AC2237748}"/>
          </ac:spMkLst>
        </pc:spChg>
        <pc:spChg chg="mod">
          <ac:chgData name="Brxx Micro" userId="ce3735d86a4d1024" providerId="LiveId" clId="{F0F16D64-0FC9-A642-8A4A-16B22FE426A3}" dt="2023-11-30T05:07:05.160" v="5"/>
          <ac:spMkLst>
            <pc:docMk/>
            <pc:sldMk cId="1006818870" sldId="256"/>
            <ac:spMk id="20" creationId="{282B48C1-E5E5-4818-8EA1-0AA0AE89D857}"/>
          </ac:spMkLst>
        </pc:spChg>
        <pc:spChg chg="add del mod">
          <ac:chgData name="Brxx Micro" userId="ce3735d86a4d1024" providerId="LiveId" clId="{F0F16D64-0FC9-A642-8A4A-16B22FE426A3}" dt="2023-11-30T17:54:36.328" v="731"/>
          <ac:spMkLst>
            <pc:docMk/>
            <pc:sldMk cId="1006818870" sldId="256"/>
            <ac:spMk id="21" creationId="{40E8F433-36AC-366A-0E6B-9FD3364CB9D2}"/>
          </ac:spMkLst>
        </pc:spChg>
        <pc:spChg chg="mod topLvl">
          <ac:chgData name="Brxx Micro" userId="ce3735d86a4d1024" providerId="LiveId" clId="{F0F16D64-0FC9-A642-8A4A-16B22FE426A3}" dt="2023-11-30T21:57:21.067" v="896" actId="1036"/>
          <ac:spMkLst>
            <pc:docMk/>
            <pc:sldMk cId="1006818870" sldId="256"/>
            <ac:spMk id="23" creationId="{B540BF1C-40B8-E64B-0B54-A6BD0B33041D}"/>
          </ac:spMkLst>
        </pc:spChg>
        <pc:spChg chg="mod topLvl">
          <ac:chgData name="Brxx Micro" userId="ce3735d86a4d1024" providerId="LiveId" clId="{F0F16D64-0FC9-A642-8A4A-16B22FE426A3}" dt="2023-11-30T21:57:21.067" v="896" actId="1036"/>
          <ac:spMkLst>
            <pc:docMk/>
            <pc:sldMk cId="1006818870" sldId="256"/>
            <ac:spMk id="25" creationId="{72ED3732-C9E5-4DE4-67FF-4D7DE6F7CCC3}"/>
          </ac:spMkLst>
        </pc:spChg>
        <pc:spChg chg="mod topLvl">
          <ac:chgData name="Brxx Micro" userId="ce3735d86a4d1024" providerId="LiveId" clId="{F0F16D64-0FC9-A642-8A4A-16B22FE426A3}" dt="2023-11-30T21:57:21.067" v="896" actId="1036"/>
          <ac:spMkLst>
            <pc:docMk/>
            <pc:sldMk cId="1006818870" sldId="256"/>
            <ac:spMk id="26" creationId="{00E33863-E1B7-D678-FDE4-E72888AF0479}"/>
          </ac:spMkLst>
        </pc:spChg>
        <pc:spChg chg="mod topLvl">
          <ac:chgData name="Brxx Micro" userId="ce3735d86a4d1024" providerId="LiveId" clId="{F0F16D64-0FC9-A642-8A4A-16B22FE426A3}" dt="2023-11-30T21:57:21.067" v="896" actId="1036"/>
          <ac:spMkLst>
            <pc:docMk/>
            <pc:sldMk cId="1006818870" sldId="256"/>
            <ac:spMk id="27" creationId="{8B434F31-B684-572F-D54B-D0A3D4678D71}"/>
          </ac:spMkLst>
        </pc:spChg>
        <pc:spChg chg="mod topLvl">
          <ac:chgData name="Brxx Micro" userId="ce3735d86a4d1024" providerId="LiveId" clId="{F0F16D64-0FC9-A642-8A4A-16B22FE426A3}" dt="2023-11-30T21:57:21.067" v="896" actId="1036"/>
          <ac:spMkLst>
            <pc:docMk/>
            <pc:sldMk cId="1006818870" sldId="256"/>
            <ac:spMk id="28" creationId="{7BD408D9-0375-63E1-7E2D-6DC08498A014}"/>
          </ac:spMkLst>
        </pc:spChg>
        <pc:spChg chg="add del mod">
          <ac:chgData name="Brxx Micro" userId="ce3735d86a4d1024" providerId="LiveId" clId="{F0F16D64-0FC9-A642-8A4A-16B22FE426A3}" dt="2023-11-30T05:24:45.656" v="377" actId="478"/>
          <ac:spMkLst>
            <pc:docMk/>
            <pc:sldMk cId="1006818870" sldId="256"/>
            <ac:spMk id="29" creationId="{4B9C0EE2-9CC1-34B3-39CA-2147C026CE58}"/>
          </ac:spMkLst>
        </pc:spChg>
        <pc:spChg chg="add mod">
          <ac:chgData name="Brxx Micro" userId="ce3735d86a4d1024" providerId="LiveId" clId="{F0F16D64-0FC9-A642-8A4A-16B22FE426A3}" dt="2023-11-30T21:59:24.468" v="961" actId="1076"/>
          <ac:spMkLst>
            <pc:docMk/>
            <pc:sldMk cId="1006818870" sldId="256"/>
            <ac:spMk id="29" creationId="{5DBF4C7F-B840-AD45-A6C3-A45F671C23F0}"/>
          </ac:spMkLst>
        </pc:spChg>
        <pc:spChg chg="mod topLvl">
          <ac:chgData name="Brxx Micro" userId="ce3735d86a4d1024" providerId="LiveId" clId="{F0F16D64-0FC9-A642-8A4A-16B22FE426A3}" dt="2023-11-30T21:57:21.067" v="896" actId="1036"/>
          <ac:spMkLst>
            <pc:docMk/>
            <pc:sldMk cId="1006818870" sldId="256"/>
            <ac:spMk id="30" creationId="{73D2E04E-C97B-786A-CA37-4C001249D14B}"/>
          </ac:spMkLst>
        </pc:spChg>
        <pc:spChg chg="mod topLvl">
          <ac:chgData name="Brxx Micro" userId="ce3735d86a4d1024" providerId="LiveId" clId="{F0F16D64-0FC9-A642-8A4A-16B22FE426A3}" dt="2023-11-30T21:55:10.319" v="875" actId="1036"/>
          <ac:spMkLst>
            <pc:docMk/>
            <pc:sldMk cId="1006818870" sldId="256"/>
            <ac:spMk id="32" creationId="{7C3CF8E6-9938-B6AA-1751-B89DE29D5C39}"/>
          </ac:spMkLst>
        </pc:spChg>
        <pc:spChg chg="mod topLvl">
          <ac:chgData name="Brxx Micro" userId="ce3735d86a4d1024" providerId="LiveId" clId="{F0F16D64-0FC9-A642-8A4A-16B22FE426A3}" dt="2023-11-30T21:55:10.319" v="875" actId="1036"/>
          <ac:spMkLst>
            <pc:docMk/>
            <pc:sldMk cId="1006818870" sldId="256"/>
            <ac:spMk id="33" creationId="{481BDE5E-7FC4-AE26-B3F6-0F3BB5A811EB}"/>
          </ac:spMkLst>
        </pc:spChg>
        <pc:spChg chg="mod topLvl">
          <ac:chgData name="Brxx Micro" userId="ce3735d86a4d1024" providerId="LiveId" clId="{F0F16D64-0FC9-A642-8A4A-16B22FE426A3}" dt="2023-11-30T21:55:10.319" v="875" actId="1036"/>
          <ac:spMkLst>
            <pc:docMk/>
            <pc:sldMk cId="1006818870" sldId="256"/>
            <ac:spMk id="34" creationId="{0FF3358C-E7DC-C186-7406-B43F6DEAC3F2}"/>
          </ac:spMkLst>
        </pc:spChg>
        <pc:spChg chg="mod topLvl">
          <ac:chgData name="Brxx Micro" userId="ce3735d86a4d1024" providerId="LiveId" clId="{F0F16D64-0FC9-A642-8A4A-16B22FE426A3}" dt="2023-11-30T21:57:33.298" v="900" actId="1035"/>
          <ac:spMkLst>
            <pc:docMk/>
            <pc:sldMk cId="1006818870" sldId="256"/>
            <ac:spMk id="37" creationId="{EB392EAA-C580-821B-7AE7-5BA51C05A8F6}"/>
          </ac:spMkLst>
        </pc:spChg>
        <pc:spChg chg="mod topLvl">
          <ac:chgData name="Brxx Micro" userId="ce3735d86a4d1024" providerId="LiveId" clId="{F0F16D64-0FC9-A642-8A4A-16B22FE426A3}" dt="2023-11-30T21:55:10.319" v="875" actId="1036"/>
          <ac:spMkLst>
            <pc:docMk/>
            <pc:sldMk cId="1006818870" sldId="256"/>
            <ac:spMk id="40" creationId="{7AF25494-6158-93E1-486B-C4F884CF0ADD}"/>
          </ac:spMkLst>
        </pc:spChg>
        <pc:spChg chg="mod topLvl">
          <ac:chgData name="Brxx Micro" userId="ce3735d86a4d1024" providerId="LiveId" clId="{F0F16D64-0FC9-A642-8A4A-16B22FE426A3}" dt="2023-11-30T21:55:10.319" v="875" actId="1036"/>
          <ac:spMkLst>
            <pc:docMk/>
            <pc:sldMk cId="1006818870" sldId="256"/>
            <ac:spMk id="41" creationId="{D08F0811-3308-F763-7C36-3EC4AE6E1E0A}"/>
          </ac:spMkLst>
        </pc:spChg>
        <pc:spChg chg="mod topLvl">
          <ac:chgData name="Brxx Micro" userId="ce3735d86a4d1024" providerId="LiveId" clId="{F0F16D64-0FC9-A642-8A4A-16B22FE426A3}" dt="2023-11-30T21:55:10.319" v="875" actId="1036"/>
          <ac:spMkLst>
            <pc:docMk/>
            <pc:sldMk cId="1006818870" sldId="256"/>
            <ac:spMk id="42" creationId="{42310986-41D8-4E60-3E2B-DC7A6FE1EE85}"/>
          </ac:spMkLst>
        </pc:spChg>
        <pc:spChg chg="mod topLvl">
          <ac:chgData name="Brxx Micro" userId="ce3735d86a4d1024" providerId="LiveId" clId="{F0F16D64-0FC9-A642-8A4A-16B22FE426A3}" dt="2023-11-30T21:55:10.319" v="875" actId="1036"/>
          <ac:spMkLst>
            <pc:docMk/>
            <pc:sldMk cId="1006818870" sldId="256"/>
            <ac:spMk id="43" creationId="{75528485-CD0F-9B88-9119-164E4B76A6A5}"/>
          </ac:spMkLst>
        </pc:spChg>
        <pc:spChg chg="mod topLvl">
          <ac:chgData name="Brxx Micro" userId="ce3735d86a4d1024" providerId="LiveId" clId="{F0F16D64-0FC9-A642-8A4A-16B22FE426A3}" dt="2023-11-30T21:57:33.298" v="900" actId="1035"/>
          <ac:spMkLst>
            <pc:docMk/>
            <pc:sldMk cId="1006818870" sldId="256"/>
            <ac:spMk id="44" creationId="{AB7B5FA3-1B4A-9358-131D-3AB50BFCB775}"/>
          </ac:spMkLst>
        </pc:spChg>
        <pc:spChg chg="mod topLvl">
          <ac:chgData name="Brxx Micro" userId="ce3735d86a4d1024" providerId="LiveId" clId="{F0F16D64-0FC9-A642-8A4A-16B22FE426A3}" dt="2023-11-30T21:57:33.298" v="900" actId="1035"/>
          <ac:spMkLst>
            <pc:docMk/>
            <pc:sldMk cId="1006818870" sldId="256"/>
            <ac:spMk id="45" creationId="{A7618032-F620-29B4-6300-B6B892028BF9}"/>
          </ac:spMkLst>
        </pc:spChg>
        <pc:spChg chg="mod topLvl">
          <ac:chgData name="Brxx Micro" userId="ce3735d86a4d1024" providerId="LiveId" clId="{F0F16D64-0FC9-A642-8A4A-16B22FE426A3}" dt="2023-11-30T21:55:10.319" v="875" actId="1036"/>
          <ac:spMkLst>
            <pc:docMk/>
            <pc:sldMk cId="1006818870" sldId="256"/>
            <ac:spMk id="50" creationId="{C1794824-DF35-D3F9-C91A-ADCFEA467256}"/>
          </ac:spMkLst>
        </pc:spChg>
        <pc:spChg chg="mod topLvl">
          <ac:chgData name="Brxx Micro" userId="ce3735d86a4d1024" providerId="LiveId" clId="{F0F16D64-0FC9-A642-8A4A-16B22FE426A3}" dt="2023-11-30T21:55:10.319" v="875" actId="1036"/>
          <ac:spMkLst>
            <pc:docMk/>
            <pc:sldMk cId="1006818870" sldId="256"/>
            <ac:spMk id="52" creationId="{B1C93753-96B5-27C5-F5BF-6309150CD954}"/>
          </ac:spMkLst>
        </pc:spChg>
        <pc:spChg chg="mod topLvl">
          <ac:chgData name="Brxx Micro" userId="ce3735d86a4d1024" providerId="LiveId" clId="{F0F16D64-0FC9-A642-8A4A-16B22FE426A3}" dt="2023-11-30T21:55:10.319" v="875" actId="1036"/>
          <ac:spMkLst>
            <pc:docMk/>
            <pc:sldMk cId="1006818870" sldId="256"/>
            <ac:spMk id="53" creationId="{1EBBABEB-D9DB-BDAA-49C5-6D6D9CDB44CE}"/>
          </ac:spMkLst>
        </pc:spChg>
        <pc:spChg chg="mod topLvl">
          <ac:chgData name="Brxx Micro" userId="ce3735d86a4d1024" providerId="LiveId" clId="{F0F16D64-0FC9-A642-8A4A-16B22FE426A3}" dt="2023-11-30T21:55:10.319" v="875" actId="1036"/>
          <ac:spMkLst>
            <pc:docMk/>
            <pc:sldMk cId="1006818870" sldId="256"/>
            <ac:spMk id="55" creationId="{70357EB0-195D-D956-8434-FFAB1C18C9BA}"/>
          </ac:spMkLst>
        </pc:spChg>
        <pc:spChg chg="mod topLvl">
          <ac:chgData name="Brxx Micro" userId="ce3735d86a4d1024" providerId="LiveId" clId="{F0F16D64-0FC9-A642-8A4A-16B22FE426A3}" dt="2023-11-30T21:55:10.319" v="875" actId="1036"/>
          <ac:spMkLst>
            <pc:docMk/>
            <pc:sldMk cId="1006818870" sldId="256"/>
            <ac:spMk id="56" creationId="{F3DE4728-1092-599D-F1CC-7F546E6DF252}"/>
          </ac:spMkLst>
        </pc:spChg>
        <pc:spChg chg="mod topLvl">
          <ac:chgData name="Brxx Micro" userId="ce3735d86a4d1024" providerId="LiveId" clId="{F0F16D64-0FC9-A642-8A4A-16B22FE426A3}" dt="2023-11-30T21:55:10.319" v="875" actId="1036"/>
          <ac:spMkLst>
            <pc:docMk/>
            <pc:sldMk cId="1006818870" sldId="256"/>
            <ac:spMk id="59" creationId="{EBCB0FF3-7180-0696-7816-13F30D54185A}"/>
          </ac:spMkLst>
        </pc:spChg>
        <pc:spChg chg="mod topLvl">
          <ac:chgData name="Brxx Micro" userId="ce3735d86a4d1024" providerId="LiveId" clId="{F0F16D64-0FC9-A642-8A4A-16B22FE426A3}" dt="2023-11-30T21:55:10.319" v="875" actId="1036"/>
          <ac:spMkLst>
            <pc:docMk/>
            <pc:sldMk cId="1006818870" sldId="256"/>
            <ac:spMk id="60" creationId="{7D68719D-8A84-3138-5D4E-1B7A7D2DC4A5}"/>
          </ac:spMkLst>
        </pc:spChg>
        <pc:spChg chg="mod">
          <ac:chgData name="Brxx Micro" userId="ce3735d86a4d1024" providerId="LiveId" clId="{F0F16D64-0FC9-A642-8A4A-16B22FE426A3}" dt="2023-11-30T05:07:05.160" v="5"/>
          <ac:spMkLst>
            <pc:docMk/>
            <pc:sldMk cId="1006818870" sldId="256"/>
            <ac:spMk id="256" creationId="{4A3F12F5-D52A-360B-80DE-4A6E972718F5}"/>
          </ac:spMkLst>
        </pc:spChg>
        <pc:spChg chg="mod">
          <ac:chgData name="Brxx Micro" userId="ce3735d86a4d1024" providerId="LiveId" clId="{F0F16D64-0FC9-A642-8A4A-16B22FE426A3}" dt="2023-11-30T05:07:05.160" v="5"/>
          <ac:spMkLst>
            <pc:docMk/>
            <pc:sldMk cId="1006818870" sldId="256"/>
            <ac:spMk id="258" creationId="{9A33D98B-8DAA-17BA-AB59-099DFE76D404}"/>
          </ac:spMkLst>
        </pc:spChg>
        <pc:spChg chg="mod">
          <ac:chgData name="Brxx Micro" userId="ce3735d86a4d1024" providerId="LiveId" clId="{F0F16D64-0FC9-A642-8A4A-16B22FE426A3}" dt="2023-11-30T05:07:05.160" v="5"/>
          <ac:spMkLst>
            <pc:docMk/>
            <pc:sldMk cId="1006818870" sldId="256"/>
            <ac:spMk id="259" creationId="{C83572E1-E386-9FBC-4846-7195072705E1}"/>
          </ac:spMkLst>
        </pc:spChg>
        <pc:spChg chg="mod">
          <ac:chgData name="Brxx Micro" userId="ce3735d86a4d1024" providerId="LiveId" clId="{F0F16D64-0FC9-A642-8A4A-16B22FE426A3}" dt="2023-11-30T05:07:05.160" v="5"/>
          <ac:spMkLst>
            <pc:docMk/>
            <pc:sldMk cId="1006818870" sldId="256"/>
            <ac:spMk id="261" creationId="{5FC6F6F1-1EC2-7A8D-35EE-DDC0E75E9538}"/>
          </ac:spMkLst>
        </pc:spChg>
        <pc:spChg chg="mod">
          <ac:chgData name="Brxx Micro" userId="ce3735d86a4d1024" providerId="LiveId" clId="{F0F16D64-0FC9-A642-8A4A-16B22FE426A3}" dt="2023-11-30T05:07:05.160" v="5"/>
          <ac:spMkLst>
            <pc:docMk/>
            <pc:sldMk cId="1006818870" sldId="256"/>
            <ac:spMk id="262" creationId="{BDEAD7AA-FBF0-C37E-8A30-E87EFCA9C66A}"/>
          </ac:spMkLst>
        </pc:spChg>
        <pc:spChg chg="mod">
          <ac:chgData name="Brxx Micro" userId="ce3735d86a4d1024" providerId="LiveId" clId="{F0F16D64-0FC9-A642-8A4A-16B22FE426A3}" dt="2023-11-30T05:07:05.160" v="5"/>
          <ac:spMkLst>
            <pc:docMk/>
            <pc:sldMk cId="1006818870" sldId="256"/>
            <ac:spMk id="264" creationId="{044B9A5F-1EC3-F4E0-2397-851392322A15}"/>
          </ac:spMkLst>
        </pc:spChg>
        <pc:spChg chg="mod">
          <ac:chgData name="Brxx Micro" userId="ce3735d86a4d1024" providerId="LiveId" clId="{F0F16D64-0FC9-A642-8A4A-16B22FE426A3}" dt="2023-11-30T05:07:05.160" v="5"/>
          <ac:spMkLst>
            <pc:docMk/>
            <pc:sldMk cId="1006818870" sldId="256"/>
            <ac:spMk id="265" creationId="{1E4F1280-150E-12E5-3A27-E65A06AD73E9}"/>
          </ac:spMkLst>
        </pc:spChg>
        <pc:spChg chg="mod">
          <ac:chgData name="Brxx Micro" userId="ce3735d86a4d1024" providerId="LiveId" clId="{F0F16D64-0FC9-A642-8A4A-16B22FE426A3}" dt="2023-11-30T05:08:52.494" v="21" actId="1076"/>
          <ac:spMkLst>
            <pc:docMk/>
            <pc:sldMk cId="1006818870" sldId="256"/>
            <ac:spMk id="267" creationId="{9CC77DBE-877C-0959-EC02-8AF3AF85BC7A}"/>
          </ac:spMkLst>
        </pc:spChg>
        <pc:spChg chg="mod topLvl">
          <ac:chgData name="Brxx Micro" userId="ce3735d86a4d1024" providerId="LiveId" clId="{F0F16D64-0FC9-A642-8A4A-16B22FE426A3}" dt="2023-11-30T21:57:21.067" v="896" actId="1036"/>
          <ac:spMkLst>
            <pc:docMk/>
            <pc:sldMk cId="1006818870" sldId="256"/>
            <ac:spMk id="273" creationId="{348F0363-DDEA-2869-5F77-2D50360CC7ED}"/>
          </ac:spMkLst>
        </pc:spChg>
        <pc:spChg chg="mod">
          <ac:chgData name="Brxx Micro" userId="ce3735d86a4d1024" providerId="LiveId" clId="{F0F16D64-0FC9-A642-8A4A-16B22FE426A3}" dt="2023-11-30T21:59:42.856" v="975" actId="1035"/>
          <ac:spMkLst>
            <pc:docMk/>
            <pc:sldMk cId="1006818870" sldId="256"/>
            <ac:spMk id="437" creationId="{5C3572A3-F978-92FB-4A6B-D22091FE326F}"/>
          </ac:spMkLst>
        </pc:spChg>
        <pc:spChg chg="mod">
          <ac:chgData name="Brxx Micro" userId="ce3735d86a4d1024" providerId="LiveId" clId="{F0F16D64-0FC9-A642-8A4A-16B22FE426A3}" dt="2023-11-30T21:59:42.856" v="975" actId="1035"/>
          <ac:spMkLst>
            <pc:docMk/>
            <pc:sldMk cId="1006818870" sldId="256"/>
            <ac:spMk id="438" creationId="{9FD74276-1D86-2ABA-DA14-D887494374B2}"/>
          </ac:spMkLst>
        </pc:spChg>
        <pc:spChg chg="mod topLvl">
          <ac:chgData name="Brxx Micro" userId="ce3735d86a4d1024" providerId="LiveId" clId="{F0F16D64-0FC9-A642-8A4A-16B22FE426A3}" dt="2023-11-30T21:55:10.319" v="875" actId="1036"/>
          <ac:spMkLst>
            <pc:docMk/>
            <pc:sldMk cId="1006818870" sldId="256"/>
            <ac:spMk id="448" creationId="{D5D045A5-AE7A-B4B0-0015-3810A1560BED}"/>
          </ac:spMkLst>
        </pc:spChg>
        <pc:spChg chg="mod topLvl">
          <ac:chgData name="Brxx Micro" userId="ce3735d86a4d1024" providerId="LiveId" clId="{F0F16D64-0FC9-A642-8A4A-16B22FE426A3}" dt="2023-11-30T21:55:10.319" v="875" actId="1036"/>
          <ac:spMkLst>
            <pc:docMk/>
            <pc:sldMk cId="1006818870" sldId="256"/>
            <ac:spMk id="449" creationId="{1AD151CE-F3A6-69F5-ABBA-4965EABA7BA8}"/>
          </ac:spMkLst>
        </pc:spChg>
        <pc:spChg chg="mod topLvl">
          <ac:chgData name="Brxx Micro" userId="ce3735d86a4d1024" providerId="LiveId" clId="{F0F16D64-0FC9-A642-8A4A-16B22FE426A3}" dt="2023-11-30T21:55:10.319" v="875" actId="1036"/>
          <ac:spMkLst>
            <pc:docMk/>
            <pc:sldMk cId="1006818870" sldId="256"/>
            <ac:spMk id="450" creationId="{2DAF22FB-E8E7-7FC6-497B-DFE84F9FEFE6}"/>
          </ac:spMkLst>
        </pc:spChg>
        <pc:spChg chg="mod topLvl">
          <ac:chgData name="Brxx Micro" userId="ce3735d86a4d1024" providerId="LiveId" clId="{F0F16D64-0FC9-A642-8A4A-16B22FE426A3}" dt="2023-11-30T21:55:10.319" v="875" actId="1036"/>
          <ac:spMkLst>
            <pc:docMk/>
            <pc:sldMk cId="1006818870" sldId="256"/>
            <ac:spMk id="451" creationId="{1229F641-58D0-1134-FDF7-487FFD615DC2}"/>
          </ac:spMkLst>
        </pc:spChg>
        <pc:spChg chg="mod topLvl">
          <ac:chgData name="Brxx Micro" userId="ce3735d86a4d1024" providerId="LiveId" clId="{F0F16D64-0FC9-A642-8A4A-16B22FE426A3}" dt="2023-11-30T21:55:10.319" v="875" actId="1036"/>
          <ac:spMkLst>
            <pc:docMk/>
            <pc:sldMk cId="1006818870" sldId="256"/>
            <ac:spMk id="452" creationId="{61206B45-7A44-E094-BCDA-DF1B9B5860E9}"/>
          </ac:spMkLst>
        </pc:spChg>
        <pc:spChg chg="mod topLvl">
          <ac:chgData name="Brxx Micro" userId="ce3735d86a4d1024" providerId="LiveId" clId="{F0F16D64-0FC9-A642-8A4A-16B22FE426A3}" dt="2023-11-30T21:55:10.319" v="875" actId="1036"/>
          <ac:spMkLst>
            <pc:docMk/>
            <pc:sldMk cId="1006818870" sldId="256"/>
            <ac:spMk id="455" creationId="{EEDA4166-B45E-B4D5-81AB-17F201DD2571}"/>
          </ac:spMkLst>
        </pc:spChg>
        <pc:spChg chg="mod topLvl">
          <ac:chgData name="Brxx Micro" userId="ce3735d86a4d1024" providerId="LiveId" clId="{F0F16D64-0FC9-A642-8A4A-16B22FE426A3}" dt="2023-11-30T21:55:10.319" v="875" actId="1036"/>
          <ac:spMkLst>
            <pc:docMk/>
            <pc:sldMk cId="1006818870" sldId="256"/>
            <ac:spMk id="457" creationId="{4310DB4D-1862-EDC7-D6FB-D235B36B0D31}"/>
          </ac:spMkLst>
        </pc:spChg>
        <pc:spChg chg="mod topLvl">
          <ac:chgData name="Brxx Micro" userId="ce3735d86a4d1024" providerId="LiveId" clId="{F0F16D64-0FC9-A642-8A4A-16B22FE426A3}" dt="2023-11-30T21:55:10.319" v="875" actId="1036"/>
          <ac:spMkLst>
            <pc:docMk/>
            <pc:sldMk cId="1006818870" sldId="256"/>
            <ac:spMk id="458" creationId="{A86650FF-122E-D7D2-2FEF-379C6F5EE6B1}"/>
          </ac:spMkLst>
        </pc:spChg>
        <pc:spChg chg="mod topLvl">
          <ac:chgData name="Brxx Micro" userId="ce3735d86a4d1024" providerId="LiveId" clId="{F0F16D64-0FC9-A642-8A4A-16B22FE426A3}" dt="2023-11-30T21:55:10.319" v="875" actId="1036"/>
          <ac:spMkLst>
            <pc:docMk/>
            <pc:sldMk cId="1006818870" sldId="256"/>
            <ac:spMk id="459" creationId="{3637505B-9940-62C7-9DA0-FD765353DAC4}"/>
          </ac:spMkLst>
        </pc:spChg>
        <pc:spChg chg="mod">
          <ac:chgData name="Brxx Micro" userId="ce3735d86a4d1024" providerId="LiveId" clId="{F0F16D64-0FC9-A642-8A4A-16B22FE426A3}" dt="2023-11-30T05:26:10.845" v="412" actId="404"/>
          <ac:spMkLst>
            <pc:docMk/>
            <pc:sldMk cId="1006818870" sldId="256"/>
            <ac:spMk id="460" creationId="{232660E8-7C34-3EB5-F2F3-1D882C341707}"/>
          </ac:spMkLst>
        </pc:spChg>
        <pc:spChg chg="mod">
          <ac:chgData name="Brxx Micro" userId="ce3735d86a4d1024" providerId="LiveId" clId="{F0F16D64-0FC9-A642-8A4A-16B22FE426A3}" dt="2023-11-30T05:26:10.845" v="412" actId="404"/>
          <ac:spMkLst>
            <pc:docMk/>
            <pc:sldMk cId="1006818870" sldId="256"/>
            <ac:spMk id="461" creationId="{BD1885C8-4B5C-A8E0-DFE6-339C0CEEE00D}"/>
          </ac:spMkLst>
        </pc:spChg>
        <pc:spChg chg="mod">
          <ac:chgData name="Brxx Micro" userId="ce3735d86a4d1024" providerId="LiveId" clId="{F0F16D64-0FC9-A642-8A4A-16B22FE426A3}" dt="2023-11-30T05:26:10.845" v="412" actId="404"/>
          <ac:spMkLst>
            <pc:docMk/>
            <pc:sldMk cId="1006818870" sldId="256"/>
            <ac:spMk id="462" creationId="{B5A8EB13-239F-952E-8FFF-10E9B1FFF736}"/>
          </ac:spMkLst>
        </pc:spChg>
        <pc:spChg chg="mod">
          <ac:chgData name="Brxx Micro" userId="ce3735d86a4d1024" providerId="LiveId" clId="{F0F16D64-0FC9-A642-8A4A-16B22FE426A3}" dt="2023-11-30T05:26:10.845" v="412" actId="404"/>
          <ac:spMkLst>
            <pc:docMk/>
            <pc:sldMk cId="1006818870" sldId="256"/>
            <ac:spMk id="463" creationId="{2FB2BE05-D9D8-9C4A-1EAE-19C06FB2D794}"/>
          </ac:spMkLst>
        </pc:spChg>
        <pc:spChg chg="mod">
          <ac:chgData name="Brxx Micro" userId="ce3735d86a4d1024" providerId="LiveId" clId="{F0F16D64-0FC9-A642-8A4A-16B22FE426A3}" dt="2023-11-30T05:26:10.845" v="412" actId="404"/>
          <ac:spMkLst>
            <pc:docMk/>
            <pc:sldMk cId="1006818870" sldId="256"/>
            <ac:spMk id="464" creationId="{5D24644C-5B30-94A5-B15A-72DFB540A2EF}"/>
          </ac:spMkLst>
        </pc:spChg>
        <pc:spChg chg="add del mod">
          <ac:chgData name="Brxx Micro" userId="ce3735d86a4d1024" providerId="LiveId" clId="{F0F16D64-0FC9-A642-8A4A-16B22FE426A3}" dt="2023-11-30T05:26:00.719" v="407" actId="478"/>
          <ac:spMkLst>
            <pc:docMk/>
            <pc:sldMk cId="1006818870" sldId="256"/>
            <ac:spMk id="466" creationId="{68C6984F-E536-F635-42E4-D1F1513825AF}"/>
          </ac:spMkLst>
        </pc:spChg>
        <pc:spChg chg="mod">
          <ac:chgData name="Brxx Micro" userId="ce3735d86a4d1024" providerId="LiveId" clId="{F0F16D64-0FC9-A642-8A4A-16B22FE426A3}" dt="2023-11-30T21:55:10.319" v="875" actId="1036"/>
          <ac:spMkLst>
            <pc:docMk/>
            <pc:sldMk cId="1006818870" sldId="256"/>
            <ac:spMk id="466" creationId="{CA29D19E-B8FC-C9FD-5E93-75CAAE24191E}"/>
          </ac:spMkLst>
        </pc:spChg>
        <pc:spChg chg="add del mod">
          <ac:chgData name="Brxx Micro" userId="ce3735d86a4d1024" providerId="LiveId" clId="{F0F16D64-0FC9-A642-8A4A-16B22FE426A3}" dt="2023-11-30T05:26:44.043" v="435"/>
          <ac:spMkLst>
            <pc:docMk/>
            <pc:sldMk cId="1006818870" sldId="256"/>
            <ac:spMk id="467" creationId="{85FDEAE5-B3A3-B38D-A901-33713C0EFDD2}"/>
          </ac:spMkLst>
        </pc:spChg>
        <pc:spChg chg="add del mod">
          <ac:chgData name="Brxx Micro" userId="ce3735d86a4d1024" providerId="LiveId" clId="{F0F16D64-0FC9-A642-8A4A-16B22FE426A3}" dt="2023-11-30T21:59:04.313" v="960"/>
          <ac:spMkLst>
            <pc:docMk/>
            <pc:sldMk cId="1006818870" sldId="256"/>
            <ac:spMk id="467" creationId="{872497BE-1326-9CBD-4448-FFC8EF18F723}"/>
          </ac:spMkLst>
        </pc:spChg>
        <pc:spChg chg="add del mod">
          <ac:chgData name="Brxx Micro" userId="ce3735d86a4d1024" providerId="LiveId" clId="{F0F16D64-0FC9-A642-8A4A-16B22FE426A3}" dt="2023-11-30T17:51:14.607" v="679" actId="478"/>
          <ac:spMkLst>
            <pc:docMk/>
            <pc:sldMk cId="1006818870" sldId="256"/>
            <ac:spMk id="468" creationId="{18160D24-AA27-12BC-8198-550E8B0FE5FB}"/>
          </ac:spMkLst>
        </pc:spChg>
        <pc:spChg chg="add del mod">
          <ac:chgData name="Brxx Micro" userId="ce3735d86a4d1024" providerId="LiveId" clId="{F0F16D64-0FC9-A642-8A4A-16B22FE426A3}" dt="2023-11-30T21:58:30.947" v="928" actId="478"/>
          <ac:spMkLst>
            <pc:docMk/>
            <pc:sldMk cId="1006818870" sldId="256"/>
            <ac:spMk id="469" creationId="{9E8C7EC5-3D6A-0684-1EDD-FE0D295A790F}"/>
          </ac:spMkLst>
        </pc:spChg>
        <pc:spChg chg="mod">
          <ac:chgData name="Brxx Micro" userId="ce3735d86a4d1024" providerId="LiveId" clId="{F0F16D64-0FC9-A642-8A4A-16B22FE426A3}" dt="2023-11-30T05:07:05.160" v="5"/>
          <ac:spMkLst>
            <pc:docMk/>
            <pc:sldMk cId="1006818870" sldId="256"/>
            <ac:spMk id="508" creationId="{677EB7A6-631B-E06B-DC73-CB2E3C09804A}"/>
          </ac:spMkLst>
        </pc:spChg>
        <pc:spChg chg="mod">
          <ac:chgData name="Brxx Micro" userId="ce3735d86a4d1024" providerId="LiveId" clId="{F0F16D64-0FC9-A642-8A4A-16B22FE426A3}" dt="2023-11-30T05:07:05.160" v="5"/>
          <ac:spMkLst>
            <pc:docMk/>
            <pc:sldMk cId="1006818870" sldId="256"/>
            <ac:spMk id="509" creationId="{9AC4C284-AD21-5B4B-1E3F-7FB6814468BC}"/>
          </ac:spMkLst>
        </pc:spChg>
        <pc:spChg chg="mod">
          <ac:chgData name="Brxx Micro" userId="ce3735d86a4d1024" providerId="LiveId" clId="{F0F16D64-0FC9-A642-8A4A-16B22FE426A3}" dt="2023-11-30T05:07:05.160" v="5"/>
          <ac:spMkLst>
            <pc:docMk/>
            <pc:sldMk cId="1006818870" sldId="256"/>
            <ac:spMk id="510" creationId="{209C2762-39A9-38BA-8DA7-E3C234DB5AEB}"/>
          </ac:spMkLst>
        </pc:spChg>
        <pc:spChg chg="mod topLvl">
          <ac:chgData name="Brxx Micro" userId="ce3735d86a4d1024" providerId="LiveId" clId="{F0F16D64-0FC9-A642-8A4A-16B22FE426A3}" dt="2023-11-30T21:55:10.319" v="875" actId="1036"/>
          <ac:spMkLst>
            <pc:docMk/>
            <pc:sldMk cId="1006818870" sldId="256"/>
            <ac:spMk id="513" creationId="{28BD9240-B922-7D36-EB95-C5951EE2F57E}"/>
          </ac:spMkLst>
        </pc:spChg>
        <pc:spChg chg="mod topLvl">
          <ac:chgData name="Brxx Micro" userId="ce3735d86a4d1024" providerId="LiveId" clId="{F0F16D64-0FC9-A642-8A4A-16B22FE426A3}" dt="2023-11-30T21:55:10.319" v="875" actId="1036"/>
          <ac:spMkLst>
            <pc:docMk/>
            <pc:sldMk cId="1006818870" sldId="256"/>
            <ac:spMk id="514" creationId="{7236BCFE-EA41-8404-D697-616681D08404}"/>
          </ac:spMkLst>
        </pc:spChg>
        <pc:spChg chg="mod topLvl">
          <ac:chgData name="Brxx Micro" userId="ce3735d86a4d1024" providerId="LiveId" clId="{F0F16D64-0FC9-A642-8A4A-16B22FE426A3}" dt="2023-11-30T21:55:10.319" v="875" actId="1036"/>
          <ac:spMkLst>
            <pc:docMk/>
            <pc:sldMk cId="1006818870" sldId="256"/>
            <ac:spMk id="516" creationId="{E39C3154-AB42-2F1A-A445-3A2ED487FF09}"/>
          </ac:spMkLst>
        </pc:spChg>
        <pc:spChg chg="mod topLvl">
          <ac:chgData name="Brxx Micro" userId="ce3735d86a4d1024" providerId="LiveId" clId="{F0F16D64-0FC9-A642-8A4A-16B22FE426A3}" dt="2023-11-30T21:55:10.319" v="875" actId="1036"/>
          <ac:spMkLst>
            <pc:docMk/>
            <pc:sldMk cId="1006818870" sldId="256"/>
            <ac:spMk id="517" creationId="{F56F27DE-4FEB-F489-067E-346D0382FB37}"/>
          </ac:spMkLst>
        </pc:spChg>
        <pc:spChg chg="mod topLvl">
          <ac:chgData name="Brxx Micro" userId="ce3735d86a4d1024" providerId="LiveId" clId="{F0F16D64-0FC9-A642-8A4A-16B22FE426A3}" dt="2023-11-30T21:58:59.676" v="958" actId="1076"/>
          <ac:spMkLst>
            <pc:docMk/>
            <pc:sldMk cId="1006818870" sldId="256"/>
            <ac:spMk id="518" creationId="{1069D5B6-6531-5D8B-E52F-475AEAC38564}"/>
          </ac:spMkLst>
        </pc:spChg>
        <pc:spChg chg="mod">
          <ac:chgData name="Brxx Micro" userId="ce3735d86a4d1024" providerId="LiveId" clId="{F0F16D64-0FC9-A642-8A4A-16B22FE426A3}" dt="2023-11-30T05:07:05.160" v="5"/>
          <ac:spMkLst>
            <pc:docMk/>
            <pc:sldMk cId="1006818870" sldId="256"/>
            <ac:spMk id="522" creationId="{B8F57AFE-01E1-5297-15BE-140B1A583016}"/>
          </ac:spMkLst>
        </pc:spChg>
        <pc:spChg chg="mod">
          <ac:chgData name="Brxx Micro" userId="ce3735d86a4d1024" providerId="LiveId" clId="{F0F16D64-0FC9-A642-8A4A-16B22FE426A3}" dt="2023-11-30T05:07:05.160" v="5"/>
          <ac:spMkLst>
            <pc:docMk/>
            <pc:sldMk cId="1006818870" sldId="256"/>
            <ac:spMk id="524" creationId="{B2721539-181D-1850-7468-DCF62D60825F}"/>
          </ac:spMkLst>
        </pc:spChg>
        <pc:spChg chg="mod">
          <ac:chgData name="Brxx Micro" userId="ce3735d86a4d1024" providerId="LiveId" clId="{F0F16D64-0FC9-A642-8A4A-16B22FE426A3}" dt="2023-11-30T05:07:05.160" v="5"/>
          <ac:spMkLst>
            <pc:docMk/>
            <pc:sldMk cId="1006818870" sldId="256"/>
            <ac:spMk id="526" creationId="{9D3EE44F-0BC0-89E5-4061-0A1E37AA362F}"/>
          </ac:spMkLst>
        </pc:spChg>
        <pc:spChg chg="mod">
          <ac:chgData name="Brxx Micro" userId="ce3735d86a4d1024" providerId="LiveId" clId="{F0F16D64-0FC9-A642-8A4A-16B22FE426A3}" dt="2023-11-30T05:07:05.160" v="5"/>
          <ac:spMkLst>
            <pc:docMk/>
            <pc:sldMk cId="1006818870" sldId="256"/>
            <ac:spMk id="528" creationId="{603D5A80-52FE-41AC-2A9F-3CC7537D35DA}"/>
          </ac:spMkLst>
        </pc:spChg>
        <pc:spChg chg="mod">
          <ac:chgData name="Brxx Micro" userId="ce3735d86a4d1024" providerId="LiveId" clId="{F0F16D64-0FC9-A642-8A4A-16B22FE426A3}" dt="2023-11-30T05:07:05.160" v="5"/>
          <ac:spMkLst>
            <pc:docMk/>
            <pc:sldMk cId="1006818870" sldId="256"/>
            <ac:spMk id="529" creationId="{8A5733FE-E3A3-DE57-C873-3B5D642BAAF1}"/>
          </ac:spMkLst>
        </pc:spChg>
        <pc:spChg chg="mod">
          <ac:chgData name="Brxx Micro" userId="ce3735d86a4d1024" providerId="LiveId" clId="{F0F16D64-0FC9-A642-8A4A-16B22FE426A3}" dt="2023-11-30T05:07:05.160" v="5"/>
          <ac:spMkLst>
            <pc:docMk/>
            <pc:sldMk cId="1006818870" sldId="256"/>
            <ac:spMk id="531" creationId="{47632E5C-ABD5-B5CD-CAB8-19E6BEA99FEF}"/>
          </ac:spMkLst>
        </pc:spChg>
        <pc:spChg chg="mod">
          <ac:chgData name="Brxx Micro" userId="ce3735d86a4d1024" providerId="LiveId" clId="{F0F16D64-0FC9-A642-8A4A-16B22FE426A3}" dt="2023-11-30T05:07:05.160" v="5"/>
          <ac:spMkLst>
            <pc:docMk/>
            <pc:sldMk cId="1006818870" sldId="256"/>
            <ac:spMk id="533" creationId="{8E4FFE3F-32D8-E44D-A4A7-4679B42FF93A}"/>
          </ac:spMkLst>
        </pc:spChg>
        <pc:spChg chg="mod">
          <ac:chgData name="Brxx Micro" userId="ce3735d86a4d1024" providerId="LiveId" clId="{F0F16D64-0FC9-A642-8A4A-16B22FE426A3}" dt="2023-11-30T05:07:05.160" v="5"/>
          <ac:spMkLst>
            <pc:docMk/>
            <pc:sldMk cId="1006818870" sldId="256"/>
            <ac:spMk id="538" creationId="{72A39A09-135A-1BF7-F07D-3FAD67261E6E}"/>
          </ac:spMkLst>
        </pc:spChg>
        <pc:spChg chg="mod">
          <ac:chgData name="Brxx Micro" userId="ce3735d86a4d1024" providerId="LiveId" clId="{F0F16D64-0FC9-A642-8A4A-16B22FE426A3}" dt="2023-11-30T05:07:05.160" v="5"/>
          <ac:spMkLst>
            <pc:docMk/>
            <pc:sldMk cId="1006818870" sldId="256"/>
            <ac:spMk id="539" creationId="{D14166AA-0C93-715F-0DA3-D3851D0BC014}"/>
          </ac:spMkLst>
        </pc:spChg>
        <pc:spChg chg="mod">
          <ac:chgData name="Brxx Micro" userId="ce3735d86a4d1024" providerId="LiveId" clId="{F0F16D64-0FC9-A642-8A4A-16B22FE426A3}" dt="2023-11-30T05:07:05.160" v="5"/>
          <ac:spMkLst>
            <pc:docMk/>
            <pc:sldMk cId="1006818870" sldId="256"/>
            <ac:spMk id="546" creationId="{559FAF8A-3DB2-4845-F57D-CFB61E413354}"/>
          </ac:spMkLst>
        </pc:spChg>
        <pc:spChg chg="mod">
          <ac:chgData name="Brxx Micro" userId="ce3735d86a4d1024" providerId="LiveId" clId="{F0F16D64-0FC9-A642-8A4A-16B22FE426A3}" dt="2023-11-30T05:07:05.160" v="5"/>
          <ac:spMkLst>
            <pc:docMk/>
            <pc:sldMk cId="1006818870" sldId="256"/>
            <ac:spMk id="547" creationId="{63A56756-5C0B-AAFD-73A9-0E178FA43E18}"/>
          </ac:spMkLst>
        </pc:spChg>
        <pc:spChg chg="mod">
          <ac:chgData name="Brxx Micro" userId="ce3735d86a4d1024" providerId="LiveId" clId="{F0F16D64-0FC9-A642-8A4A-16B22FE426A3}" dt="2023-11-30T05:07:05.160" v="5"/>
          <ac:spMkLst>
            <pc:docMk/>
            <pc:sldMk cId="1006818870" sldId="256"/>
            <ac:spMk id="548" creationId="{2F22AABA-5386-9282-1BA6-21AAC8F407A2}"/>
          </ac:spMkLst>
        </pc:spChg>
        <pc:spChg chg="mod">
          <ac:chgData name="Brxx Micro" userId="ce3735d86a4d1024" providerId="LiveId" clId="{F0F16D64-0FC9-A642-8A4A-16B22FE426A3}" dt="2023-11-30T05:07:05.160" v="5"/>
          <ac:spMkLst>
            <pc:docMk/>
            <pc:sldMk cId="1006818870" sldId="256"/>
            <ac:spMk id="549" creationId="{39468EDD-AA77-F1E8-510E-93528ADCA607}"/>
          </ac:spMkLst>
        </pc:spChg>
        <pc:spChg chg="mod">
          <ac:chgData name="Brxx Micro" userId="ce3735d86a4d1024" providerId="LiveId" clId="{F0F16D64-0FC9-A642-8A4A-16B22FE426A3}" dt="2023-11-30T05:07:05.160" v="5"/>
          <ac:spMkLst>
            <pc:docMk/>
            <pc:sldMk cId="1006818870" sldId="256"/>
            <ac:spMk id="550" creationId="{F0259E6A-1F85-1A6A-0AFA-51F1A8014B6C}"/>
          </ac:spMkLst>
        </pc:spChg>
        <pc:spChg chg="mod">
          <ac:chgData name="Brxx Micro" userId="ce3735d86a4d1024" providerId="LiveId" clId="{F0F16D64-0FC9-A642-8A4A-16B22FE426A3}" dt="2023-11-30T05:07:05.160" v="5"/>
          <ac:spMkLst>
            <pc:docMk/>
            <pc:sldMk cId="1006818870" sldId="256"/>
            <ac:spMk id="551" creationId="{CC281BB6-ECD2-DBC8-0AE2-259A163FA838}"/>
          </ac:spMkLst>
        </pc:spChg>
        <pc:spChg chg="mod">
          <ac:chgData name="Brxx Micro" userId="ce3735d86a4d1024" providerId="LiveId" clId="{F0F16D64-0FC9-A642-8A4A-16B22FE426A3}" dt="2023-11-30T05:07:05.160" v="5"/>
          <ac:spMkLst>
            <pc:docMk/>
            <pc:sldMk cId="1006818870" sldId="256"/>
            <ac:spMk id="553" creationId="{A4E069D1-828C-C787-3F18-BA189B9CDD94}"/>
          </ac:spMkLst>
        </pc:spChg>
        <pc:spChg chg="mod">
          <ac:chgData name="Brxx Micro" userId="ce3735d86a4d1024" providerId="LiveId" clId="{F0F16D64-0FC9-A642-8A4A-16B22FE426A3}" dt="2023-11-30T05:07:05.160" v="5"/>
          <ac:spMkLst>
            <pc:docMk/>
            <pc:sldMk cId="1006818870" sldId="256"/>
            <ac:spMk id="555" creationId="{9404A1F9-CF4C-5D2E-AC32-1F5D35447836}"/>
          </ac:spMkLst>
        </pc:spChg>
        <pc:spChg chg="mod">
          <ac:chgData name="Brxx Micro" userId="ce3735d86a4d1024" providerId="LiveId" clId="{F0F16D64-0FC9-A642-8A4A-16B22FE426A3}" dt="2023-11-30T05:07:05.160" v="5"/>
          <ac:spMkLst>
            <pc:docMk/>
            <pc:sldMk cId="1006818870" sldId="256"/>
            <ac:spMk id="558" creationId="{9E5DB295-05BC-C25C-11C9-240180DDAD69}"/>
          </ac:spMkLst>
        </pc:spChg>
        <pc:spChg chg="mod">
          <ac:chgData name="Brxx Micro" userId="ce3735d86a4d1024" providerId="LiveId" clId="{F0F16D64-0FC9-A642-8A4A-16B22FE426A3}" dt="2023-11-30T05:07:05.160" v="5"/>
          <ac:spMkLst>
            <pc:docMk/>
            <pc:sldMk cId="1006818870" sldId="256"/>
            <ac:spMk id="559" creationId="{F96650E1-0651-7F0E-29F8-68B7FAD40294}"/>
          </ac:spMkLst>
        </pc:spChg>
        <pc:spChg chg="mod">
          <ac:chgData name="Brxx Micro" userId="ce3735d86a4d1024" providerId="LiveId" clId="{F0F16D64-0FC9-A642-8A4A-16B22FE426A3}" dt="2023-11-30T05:07:05.160" v="5"/>
          <ac:spMkLst>
            <pc:docMk/>
            <pc:sldMk cId="1006818870" sldId="256"/>
            <ac:spMk id="562" creationId="{DFC833AF-7EE4-7D62-3F84-58F9DA79D355}"/>
          </ac:spMkLst>
        </pc:spChg>
        <pc:spChg chg="mod">
          <ac:chgData name="Brxx Micro" userId="ce3735d86a4d1024" providerId="LiveId" clId="{F0F16D64-0FC9-A642-8A4A-16B22FE426A3}" dt="2023-11-30T05:07:05.160" v="5"/>
          <ac:spMkLst>
            <pc:docMk/>
            <pc:sldMk cId="1006818870" sldId="256"/>
            <ac:spMk id="563" creationId="{AD84A50D-0532-913D-010B-6AC6D63FA618}"/>
          </ac:spMkLst>
        </pc:spChg>
        <pc:spChg chg="mod">
          <ac:chgData name="Brxx Micro" userId="ce3735d86a4d1024" providerId="LiveId" clId="{F0F16D64-0FC9-A642-8A4A-16B22FE426A3}" dt="2023-11-30T05:07:05.160" v="5"/>
          <ac:spMkLst>
            <pc:docMk/>
            <pc:sldMk cId="1006818870" sldId="256"/>
            <ac:spMk id="564" creationId="{8DAD9294-3B6A-AC6B-A422-4834902F4BA7}"/>
          </ac:spMkLst>
        </pc:spChg>
        <pc:spChg chg="mod">
          <ac:chgData name="Brxx Micro" userId="ce3735d86a4d1024" providerId="LiveId" clId="{F0F16D64-0FC9-A642-8A4A-16B22FE426A3}" dt="2023-11-30T05:07:05.160" v="5"/>
          <ac:spMkLst>
            <pc:docMk/>
            <pc:sldMk cId="1006818870" sldId="256"/>
            <ac:spMk id="565" creationId="{B15D877E-FA24-D121-B557-2779DB8BE39A}"/>
          </ac:spMkLst>
        </pc:spChg>
        <pc:spChg chg="mod topLvl">
          <ac:chgData name="Brxx Micro" userId="ce3735d86a4d1024" providerId="LiveId" clId="{F0F16D64-0FC9-A642-8A4A-16B22FE426A3}" dt="2023-11-30T21:57:58.841" v="922" actId="20577"/>
          <ac:spMkLst>
            <pc:docMk/>
            <pc:sldMk cId="1006818870" sldId="256"/>
            <ac:spMk id="571" creationId="{927B0566-BEB5-6E31-08A8-A90288E3601B}"/>
          </ac:spMkLst>
        </pc:spChg>
        <pc:spChg chg="mod topLvl">
          <ac:chgData name="Brxx Micro" userId="ce3735d86a4d1024" providerId="LiveId" clId="{F0F16D64-0FC9-A642-8A4A-16B22FE426A3}" dt="2023-11-30T17:47:42.887" v="661" actId="1036"/>
          <ac:spMkLst>
            <pc:docMk/>
            <pc:sldMk cId="1006818870" sldId="256"/>
            <ac:spMk id="574" creationId="{B39BA4CC-3655-87BA-862B-4BE9059F9A57}"/>
          </ac:spMkLst>
        </pc:spChg>
        <pc:spChg chg="mod topLvl">
          <ac:chgData name="Brxx Micro" userId="ce3735d86a4d1024" providerId="LiveId" clId="{F0F16D64-0FC9-A642-8A4A-16B22FE426A3}" dt="2023-11-30T21:55:10.319" v="875" actId="1036"/>
          <ac:spMkLst>
            <pc:docMk/>
            <pc:sldMk cId="1006818870" sldId="256"/>
            <ac:spMk id="575" creationId="{21BE055D-1CBC-89BE-8BE7-C92E1BA84299}"/>
          </ac:spMkLst>
        </pc:spChg>
        <pc:grpChg chg="mod">
          <ac:chgData name="Brxx Micro" userId="ce3735d86a4d1024" providerId="LiveId" clId="{F0F16D64-0FC9-A642-8A4A-16B22FE426A3}" dt="2023-11-30T21:45:59.926" v="759" actId="14100"/>
          <ac:grpSpMkLst>
            <pc:docMk/>
            <pc:sldMk cId="1006818870" sldId="256"/>
            <ac:grpSpMk id="2" creationId="{1ED2EAA2-E98C-823B-2A1F-176BB7D99E40}"/>
          </ac:grpSpMkLst>
        </pc:grpChg>
        <pc:grpChg chg="add del mod">
          <ac:chgData name="Brxx Micro" userId="ce3735d86a4d1024" providerId="LiveId" clId="{F0F16D64-0FC9-A642-8A4A-16B22FE426A3}" dt="2023-11-30T05:18:00.503" v="132" actId="165"/>
          <ac:grpSpMkLst>
            <pc:docMk/>
            <pc:sldMk cId="1006818870" sldId="256"/>
            <ac:grpSpMk id="19" creationId="{F22595CC-6C15-2E27-2515-4BB79F0A5F42}"/>
          </ac:grpSpMkLst>
        </pc:grpChg>
        <pc:grpChg chg="add del mod">
          <ac:chgData name="Brxx Micro" userId="ce3735d86a4d1024" providerId="LiveId" clId="{F0F16D64-0FC9-A642-8A4A-16B22FE426A3}" dt="2023-11-30T05:16:57.504" v="121" actId="165"/>
          <ac:grpSpMkLst>
            <pc:docMk/>
            <pc:sldMk cId="1006818870" sldId="256"/>
            <ac:grpSpMk id="21" creationId="{FC43F500-B417-A5D4-48B7-8D575A216D2D}"/>
          </ac:grpSpMkLst>
        </pc:grpChg>
        <pc:grpChg chg="add del mod">
          <ac:chgData name="Brxx Micro" userId="ce3735d86a4d1024" providerId="LiveId" clId="{F0F16D64-0FC9-A642-8A4A-16B22FE426A3}" dt="2023-11-30T05:09:21.557" v="26" actId="165"/>
          <ac:grpSpMkLst>
            <pc:docMk/>
            <pc:sldMk cId="1006818870" sldId="256"/>
            <ac:grpSpMk id="29" creationId="{511B8723-DFC5-8706-33E0-DCDA5D0EAB59}"/>
          </ac:grpSpMkLst>
        </pc:grpChg>
        <pc:grpChg chg="add mod">
          <ac:chgData name="Brxx Micro" userId="ce3735d86a4d1024" providerId="LiveId" clId="{F0F16D64-0FC9-A642-8A4A-16B22FE426A3}" dt="2023-11-30T17:52:00.447" v="690" actId="1035"/>
          <ac:grpSpMkLst>
            <pc:docMk/>
            <pc:sldMk cId="1006818870" sldId="256"/>
            <ac:grpSpMk id="31" creationId="{A127864D-51F3-4EEE-394C-7B8965B3B130}"/>
          </ac:grpSpMkLst>
        </pc:grpChg>
        <pc:grpChg chg="mod topLvl">
          <ac:chgData name="Brxx Micro" userId="ce3735d86a4d1024" providerId="LiveId" clId="{F0F16D64-0FC9-A642-8A4A-16B22FE426A3}" dt="2023-11-30T21:57:21.067" v="896" actId="1036"/>
          <ac:grpSpMkLst>
            <pc:docMk/>
            <pc:sldMk cId="1006818870" sldId="256"/>
            <ac:grpSpMk id="36" creationId="{4D720A47-8976-85BD-2EAB-BC78C1E5E9C9}"/>
          </ac:grpSpMkLst>
        </pc:grpChg>
        <pc:grpChg chg="mod topLvl">
          <ac:chgData name="Brxx Micro" userId="ce3735d86a4d1024" providerId="LiveId" clId="{F0F16D64-0FC9-A642-8A4A-16B22FE426A3}" dt="2023-11-30T21:55:10.319" v="875" actId="1036"/>
          <ac:grpSpMkLst>
            <pc:docMk/>
            <pc:sldMk cId="1006818870" sldId="256"/>
            <ac:grpSpMk id="453" creationId="{985DC24E-0241-137D-D64E-454A8E2CDAC3}"/>
          </ac:grpSpMkLst>
        </pc:grpChg>
        <pc:grpChg chg="del">
          <ac:chgData name="Brxx Micro" userId="ce3735d86a4d1024" providerId="LiveId" clId="{F0F16D64-0FC9-A642-8A4A-16B22FE426A3}" dt="2023-11-30T21:53:34.322" v="782" actId="165"/>
          <ac:grpSpMkLst>
            <pc:docMk/>
            <pc:sldMk cId="1006818870" sldId="256"/>
            <ac:grpSpMk id="468" creationId="{CB75F489-D632-9FB7-2C1A-0D744979541F}"/>
          </ac:grpSpMkLst>
        </pc:grpChg>
        <pc:grpChg chg="mod">
          <ac:chgData name="Brxx Micro" userId="ce3735d86a4d1024" providerId="LiveId" clId="{F0F16D64-0FC9-A642-8A4A-16B22FE426A3}" dt="2023-11-30T05:07:05.160" v="5"/>
          <ac:grpSpMkLst>
            <pc:docMk/>
            <pc:sldMk cId="1006818870" sldId="256"/>
            <ac:grpSpMk id="506" creationId="{28DB7018-1540-A0DD-802C-DC0B5B444551}"/>
          </ac:grpSpMkLst>
        </pc:grpChg>
        <pc:grpChg chg="mod">
          <ac:chgData name="Brxx Micro" userId="ce3735d86a4d1024" providerId="LiveId" clId="{F0F16D64-0FC9-A642-8A4A-16B22FE426A3}" dt="2023-11-30T05:07:05.160" v="5"/>
          <ac:grpSpMkLst>
            <pc:docMk/>
            <pc:sldMk cId="1006818870" sldId="256"/>
            <ac:grpSpMk id="507" creationId="{4391B7F7-92F5-F8F8-AA45-9DE00CD924FD}"/>
          </ac:grpSpMkLst>
        </pc:grpChg>
        <pc:grpChg chg="mod topLvl">
          <ac:chgData name="Brxx Micro" userId="ce3735d86a4d1024" providerId="LiveId" clId="{F0F16D64-0FC9-A642-8A4A-16B22FE426A3}" dt="2023-11-30T21:55:10.319" v="875" actId="1036"/>
          <ac:grpSpMkLst>
            <pc:docMk/>
            <pc:sldMk cId="1006818870" sldId="256"/>
            <ac:grpSpMk id="515" creationId="{5FB0D229-F553-E727-AFBD-C1CE077C9DF3}"/>
          </ac:grpSpMkLst>
        </pc:grpChg>
        <pc:grpChg chg="mod topLvl">
          <ac:chgData name="Brxx Micro" userId="ce3735d86a4d1024" providerId="LiveId" clId="{F0F16D64-0FC9-A642-8A4A-16B22FE426A3}" dt="2023-11-30T21:55:10.319" v="875" actId="1036"/>
          <ac:grpSpMkLst>
            <pc:docMk/>
            <pc:sldMk cId="1006818870" sldId="256"/>
            <ac:grpSpMk id="520" creationId="{18F229AC-3417-1ADE-6C4E-0A80E52816C2}"/>
          </ac:grpSpMkLst>
        </pc:grpChg>
        <pc:grpChg chg="mod">
          <ac:chgData name="Brxx Micro" userId="ce3735d86a4d1024" providerId="LiveId" clId="{F0F16D64-0FC9-A642-8A4A-16B22FE426A3}" dt="2023-11-30T05:07:05.160" v="5"/>
          <ac:grpSpMkLst>
            <pc:docMk/>
            <pc:sldMk cId="1006818870" sldId="256"/>
            <ac:grpSpMk id="527" creationId="{104623E2-3A77-A385-CB64-FFD32E0D3E07}"/>
          </ac:grpSpMkLst>
        </pc:grpChg>
        <pc:grpChg chg="mod">
          <ac:chgData name="Brxx Micro" userId="ce3735d86a4d1024" providerId="LiveId" clId="{F0F16D64-0FC9-A642-8A4A-16B22FE426A3}" dt="2023-11-30T05:07:05.160" v="5"/>
          <ac:grpSpMkLst>
            <pc:docMk/>
            <pc:sldMk cId="1006818870" sldId="256"/>
            <ac:grpSpMk id="537" creationId="{5A34DA3E-49CD-DCD6-3745-FA9B0070F869}"/>
          </ac:grpSpMkLst>
        </pc:grpChg>
        <pc:graphicFrameChg chg="add mod">
          <ac:chgData name="Brxx Micro" userId="ce3735d86a4d1024" providerId="LiveId" clId="{F0F16D64-0FC9-A642-8A4A-16B22FE426A3}" dt="2023-11-30T21:55:10.319" v="875" actId="1036"/>
          <ac:graphicFrameMkLst>
            <pc:docMk/>
            <pc:sldMk cId="1006818870" sldId="256"/>
            <ac:graphicFrameMk id="21" creationId="{B7AB781D-59DA-1ADA-9E42-5A49C3A028B7}"/>
          </ac:graphicFrameMkLst>
        </pc:graphicFrameChg>
        <pc:graphicFrameChg chg="mod topLvl">
          <ac:chgData name="Brxx Micro" userId="ce3735d86a4d1024" providerId="LiveId" clId="{F0F16D64-0FC9-A642-8A4A-16B22FE426A3}" dt="2023-11-30T21:57:33.298" v="900" actId="1035"/>
          <ac:graphicFrameMkLst>
            <pc:docMk/>
            <pc:sldMk cId="1006818870" sldId="256"/>
            <ac:graphicFrameMk id="48" creationId="{B6FA86FF-603E-1EEE-8CB4-8B1C8C48AF5D}"/>
          </ac:graphicFrameMkLst>
        </pc:graphicFrameChg>
        <pc:graphicFrameChg chg="mod topLvl">
          <ac:chgData name="Brxx Micro" userId="ce3735d86a4d1024" providerId="LiveId" clId="{F0F16D64-0FC9-A642-8A4A-16B22FE426A3}" dt="2023-11-30T21:57:33.298" v="900" actId="1035"/>
          <ac:graphicFrameMkLst>
            <pc:docMk/>
            <pc:sldMk cId="1006818870" sldId="256"/>
            <ac:graphicFrameMk id="49" creationId="{7AE3B0E9-FEE2-C001-68EC-A25403E344F1}"/>
          </ac:graphicFrameMkLst>
        </pc:graphicFrameChg>
        <pc:graphicFrameChg chg="mod topLvl">
          <ac:chgData name="Brxx Micro" userId="ce3735d86a4d1024" providerId="LiveId" clId="{F0F16D64-0FC9-A642-8A4A-16B22FE426A3}" dt="2023-11-30T21:55:10.319" v="875" actId="1036"/>
          <ac:graphicFrameMkLst>
            <pc:docMk/>
            <pc:sldMk cId="1006818870" sldId="256"/>
            <ac:graphicFrameMk id="57" creationId="{4D60E00A-D896-A14C-A775-AA7B459568B2}"/>
          </ac:graphicFrameMkLst>
        </pc:graphicFrameChg>
        <pc:graphicFrameChg chg="add del mod topLvl">
          <ac:chgData name="Brxx Micro" userId="ce3735d86a4d1024" providerId="LiveId" clId="{F0F16D64-0FC9-A642-8A4A-16B22FE426A3}" dt="2023-11-30T21:55:10.319" v="875" actId="1036"/>
          <ac:graphicFrameMkLst>
            <pc:docMk/>
            <pc:sldMk cId="1006818870" sldId="256"/>
            <ac:graphicFrameMk id="58" creationId="{49507BD3-FFF9-1CFC-E99F-AA5AC65CE14C}"/>
          </ac:graphicFrameMkLst>
        </pc:graphicFrameChg>
        <pc:picChg chg="mod">
          <ac:chgData name="Brxx Micro" userId="ce3735d86a4d1024" providerId="LiveId" clId="{F0F16D64-0FC9-A642-8A4A-16B22FE426A3}" dt="2023-11-30T05:08:52.494" v="21" actId="1076"/>
          <ac:picMkLst>
            <pc:docMk/>
            <pc:sldMk cId="1006818870" sldId="256"/>
            <ac:picMk id="3" creationId="{58F7BE59-3185-44C9-63E7-143F58A46D4F}"/>
          </ac:picMkLst>
        </pc:picChg>
        <pc:picChg chg="mod">
          <ac:chgData name="Brxx Micro" userId="ce3735d86a4d1024" providerId="LiveId" clId="{F0F16D64-0FC9-A642-8A4A-16B22FE426A3}" dt="2023-11-30T05:08:52.494" v="21" actId="1076"/>
          <ac:picMkLst>
            <pc:docMk/>
            <pc:sldMk cId="1006818870" sldId="256"/>
            <ac:picMk id="4" creationId="{973110FC-EDC1-2D9C-F66E-4F2FF33C3D69}"/>
          </ac:picMkLst>
        </pc:picChg>
        <pc:picChg chg="mod">
          <ac:chgData name="Brxx Micro" userId="ce3735d86a4d1024" providerId="LiveId" clId="{F0F16D64-0FC9-A642-8A4A-16B22FE426A3}" dt="2023-11-30T21:47:00.456" v="768" actId="1076"/>
          <ac:picMkLst>
            <pc:docMk/>
            <pc:sldMk cId="1006818870" sldId="256"/>
            <ac:picMk id="5" creationId="{6445A281-D56D-A9BE-DF06-8D3B2C67FEF8}"/>
          </ac:picMkLst>
        </pc:picChg>
        <pc:picChg chg="mod">
          <ac:chgData name="Brxx Micro" userId="ce3735d86a4d1024" providerId="LiveId" clId="{F0F16D64-0FC9-A642-8A4A-16B22FE426A3}" dt="2023-11-30T21:47:03.447" v="769" actId="1076"/>
          <ac:picMkLst>
            <pc:docMk/>
            <pc:sldMk cId="1006818870" sldId="256"/>
            <ac:picMk id="6" creationId="{BC384D6D-43D2-8AFB-38C8-52029D09D00C}"/>
          </ac:picMkLst>
        </pc:picChg>
        <pc:picChg chg="mod">
          <ac:chgData name="Brxx Micro" userId="ce3735d86a4d1024" providerId="LiveId" clId="{F0F16D64-0FC9-A642-8A4A-16B22FE426A3}" dt="2023-11-30T05:07:05.160" v="5"/>
          <ac:picMkLst>
            <pc:docMk/>
            <pc:sldMk cId="1006818870" sldId="256"/>
            <ac:picMk id="8" creationId="{15A145E4-326A-E0A4-17B4-6EB1C7DDB353}"/>
          </ac:picMkLst>
        </pc:picChg>
        <pc:picChg chg="mod">
          <ac:chgData name="Brxx Micro" userId="ce3735d86a4d1024" providerId="LiveId" clId="{F0F16D64-0FC9-A642-8A4A-16B22FE426A3}" dt="2023-11-30T05:07:05.160" v="5"/>
          <ac:picMkLst>
            <pc:docMk/>
            <pc:sldMk cId="1006818870" sldId="256"/>
            <ac:picMk id="9" creationId="{1201996B-DAC4-F69D-ACA5-7A093B7D77EC}"/>
          </ac:picMkLst>
        </pc:picChg>
        <pc:picChg chg="mod">
          <ac:chgData name="Brxx Micro" userId="ce3735d86a4d1024" providerId="LiveId" clId="{F0F16D64-0FC9-A642-8A4A-16B22FE426A3}" dt="2023-11-30T05:35:52.097" v="605" actId="1035"/>
          <ac:picMkLst>
            <pc:docMk/>
            <pc:sldMk cId="1006818870" sldId="256"/>
            <ac:picMk id="13" creationId="{D45B82E0-D35D-3735-56DD-069E56DE8ED3}"/>
          </ac:picMkLst>
        </pc:picChg>
        <pc:picChg chg="add mod">
          <ac:chgData name="Brxx Micro" userId="ce3735d86a4d1024" providerId="LiveId" clId="{F0F16D64-0FC9-A642-8A4A-16B22FE426A3}" dt="2023-11-30T17:54:57.081" v="732" actId="1076"/>
          <ac:picMkLst>
            <pc:docMk/>
            <pc:sldMk cId="1006818870" sldId="256"/>
            <ac:picMk id="19" creationId="{4CC817FF-352B-BB97-9502-ED43DF4D7F91}"/>
          </ac:picMkLst>
        </pc:picChg>
        <pc:picChg chg="mod topLvl">
          <ac:chgData name="Brxx Micro" userId="ce3735d86a4d1024" providerId="LiveId" clId="{F0F16D64-0FC9-A642-8A4A-16B22FE426A3}" dt="2023-11-30T21:57:21.067" v="896" actId="1036"/>
          <ac:picMkLst>
            <pc:docMk/>
            <pc:sldMk cId="1006818870" sldId="256"/>
            <ac:picMk id="22" creationId="{C71B7C37-2237-484E-8F15-BB3AA456B95A}"/>
          </ac:picMkLst>
        </pc:picChg>
        <pc:picChg chg="mod topLvl">
          <ac:chgData name="Brxx Micro" userId="ce3735d86a4d1024" providerId="LiveId" clId="{F0F16D64-0FC9-A642-8A4A-16B22FE426A3}" dt="2023-11-30T21:57:21.067" v="896" actId="1036"/>
          <ac:picMkLst>
            <pc:docMk/>
            <pc:sldMk cId="1006818870" sldId="256"/>
            <ac:picMk id="24" creationId="{1A782604-D61F-A942-E8BA-7BF3979A284F}"/>
          </ac:picMkLst>
        </pc:picChg>
        <pc:picChg chg="mod topLvl">
          <ac:chgData name="Brxx Micro" userId="ce3735d86a4d1024" providerId="LiveId" clId="{F0F16D64-0FC9-A642-8A4A-16B22FE426A3}" dt="2023-11-30T21:57:33.298" v="900" actId="1035"/>
          <ac:picMkLst>
            <pc:docMk/>
            <pc:sldMk cId="1006818870" sldId="256"/>
            <ac:picMk id="46" creationId="{109FB034-2E3C-1802-EB95-E29D18153ABA}"/>
          </ac:picMkLst>
        </pc:picChg>
        <pc:picChg chg="mod topLvl">
          <ac:chgData name="Brxx Micro" userId="ce3735d86a4d1024" providerId="LiveId" clId="{F0F16D64-0FC9-A642-8A4A-16B22FE426A3}" dt="2023-11-30T21:57:33.298" v="900" actId="1035"/>
          <ac:picMkLst>
            <pc:docMk/>
            <pc:sldMk cId="1006818870" sldId="256"/>
            <ac:picMk id="47" creationId="{507A7742-7FBF-23CA-5944-7D45C206785F}"/>
          </ac:picMkLst>
        </pc:picChg>
        <pc:picChg chg="mod topLvl">
          <ac:chgData name="Brxx Micro" userId="ce3735d86a4d1024" providerId="LiveId" clId="{F0F16D64-0FC9-A642-8A4A-16B22FE426A3}" dt="2023-11-30T21:55:10.319" v="875" actId="1036"/>
          <ac:picMkLst>
            <pc:docMk/>
            <pc:sldMk cId="1006818870" sldId="256"/>
            <ac:picMk id="54" creationId="{556CDD74-031B-4E14-C431-F6A1E945F09B}"/>
          </ac:picMkLst>
        </pc:picChg>
        <pc:picChg chg="del mod topLvl">
          <ac:chgData name="Brxx Micro" userId="ce3735d86a4d1024" providerId="LiveId" clId="{F0F16D64-0FC9-A642-8A4A-16B22FE426A3}" dt="2023-11-30T18:41:02.446" v="733" actId="478"/>
          <ac:picMkLst>
            <pc:docMk/>
            <pc:sldMk cId="1006818870" sldId="256"/>
            <ac:picMk id="62" creationId="{DB4B98B9-EAD9-B840-8125-91B8D334C1FF}"/>
          </ac:picMkLst>
        </pc:picChg>
        <pc:picChg chg="mod topLvl">
          <ac:chgData name="Brxx Micro" userId="ce3735d86a4d1024" providerId="LiveId" clId="{F0F16D64-0FC9-A642-8A4A-16B22FE426A3}" dt="2023-11-30T21:55:10.319" v="875" actId="1036"/>
          <ac:picMkLst>
            <pc:docMk/>
            <pc:sldMk cId="1006818870" sldId="256"/>
            <ac:picMk id="63" creationId="{BDC6BA71-68BD-3252-1C21-E3CE6E3BB001}"/>
          </ac:picMkLst>
        </pc:picChg>
        <pc:picChg chg="mod">
          <ac:chgData name="Brxx Micro" userId="ce3735d86a4d1024" providerId="LiveId" clId="{F0F16D64-0FC9-A642-8A4A-16B22FE426A3}" dt="2023-11-30T05:07:05.160" v="5"/>
          <ac:picMkLst>
            <pc:docMk/>
            <pc:sldMk cId="1006818870" sldId="256"/>
            <ac:picMk id="257" creationId="{EA5E8D30-52BB-2BAE-42CD-60A30074B800}"/>
          </ac:picMkLst>
        </pc:picChg>
        <pc:picChg chg="mod">
          <ac:chgData name="Brxx Micro" userId="ce3735d86a4d1024" providerId="LiveId" clId="{F0F16D64-0FC9-A642-8A4A-16B22FE426A3}" dt="2023-11-30T05:07:05.160" v="5"/>
          <ac:picMkLst>
            <pc:docMk/>
            <pc:sldMk cId="1006818870" sldId="256"/>
            <ac:picMk id="260" creationId="{F5269E25-8018-197C-E84B-B934CA679D26}"/>
          </ac:picMkLst>
        </pc:picChg>
        <pc:picChg chg="mod">
          <ac:chgData name="Brxx Micro" userId="ce3735d86a4d1024" providerId="LiveId" clId="{F0F16D64-0FC9-A642-8A4A-16B22FE426A3}" dt="2023-11-30T05:07:05.160" v="5"/>
          <ac:picMkLst>
            <pc:docMk/>
            <pc:sldMk cId="1006818870" sldId="256"/>
            <ac:picMk id="263" creationId="{0A0FB149-1D47-5A2A-7B98-F5411359E0CC}"/>
          </ac:picMkLst>
        </pc:picChg>
        <pc:picChg chg="mod">
          <ac:chgData name="Brxx Micro" userId="ce3735d86a4d1024" providerId="LiveId" clId="{F0F16D64-0FC9-A642-8A4A-16B22FE426A3}" dt="2023-11-30T05:07:05.160" v="5"/>
          <ac:picMkLst>
            <pc:docMk/>
            <pc:sldMk cId="1006818870" sldId="256"/>
            <ac:picMk id="266" creationId="{2571A3D9-1E47-4D07-D7B0-4F82A24EE196}"/>
          </ac:picMkLst>
        </pc:picChg>
        <pc:picChg chg="mod">
          <ac:chgData name="Brxx Micro" userId="ce3735d86a4d1024" providerId="LiveId" clId="{F0F16D64-0FC9-A642-8A4A-16B22FE426A3}" dt="2023-11-30T05:07:05.160" v="5"/>
          <ac:picMkLst>
            <pc:docMk/>
            <pc:sldMk cId="1006818870" sldId="256"/>
            <ac:picMk id="511" creationId="{346DE8D2-C415-900B-AE96-F62BE7A0CCBF}"/>
          </ac:picMkLst>
        </pc:picChg>
        <pc:picChg chg="mod">
          <ac:chgData name="Brxx Micro" userId="ce3735d86a4d1024" providerId="LiveId" clId="{F0F16D64-0FC9-A642-8A4A-16B22FE426A3}" dt="2023-11-30T05:07:05.160" v="5"/>
          <ac:picMkLst>
            <pc:docMk/>
            <pc:sldMk cId="1006818870" sldId="256"/>
            <ac:picMk id="512" creationId="{9945EBD9-8285-D3C5-2275-70E805A35618}"/>
          </ac:picMkLst>
        </pc:picChg>
        <pc:picChg chg="mod">
          <ac:chgData name="Brxx Micro" userId="ce3735d86a4d1024" providerId="LiveId" clId="{F0F16D64-0FC9-A642-8A4A-16B22FE426A3}" dt="2023-11-30T05:07:05.160" v="5"/>
          <ac:picMkLst>
            <pc:docMk/>
            <pc:sldMk cId="1006818870" sldId="256"/>
            <ac:picMk id="521" creationId="{F31E5A64-8102-DEA6-C4E9-D908F69717CE}"/>
          </ac:picMkLst>
        </pc:picChg>
        <pc:picChg chg="mod">
          <ac:chgData name="Brxx Micro" userId="ce3735d86a4d1024" providerId="LiveId" clId="{F0F16D64-0FC9-A642-8A4A-16B22FE426A3}" dt="2023-11-30T05:07:05.160" v="5"/>
          <ac:picMkLst>
            <pc:docMk/>
            <pc:sldMk cId="1006818870" sldId="256"/>
            <ac:picMk id="525" creationId="{093D0195-32D8-C1B8-2C87-3F9AA20A25DA}"/>
          </ac:picMkLst>
        </pc:picChg>
        <pc:picChg chg="mod">
          <ac:chgData name="Brxx Micro" userId="ce3735d86a4d1024" providerId="LiveId" clId="{F0F16D64-0FC9-A642-8A4A-16B22FE426A3}" dt="2023-11-30T05:07:05.160" v="5"/>
          <ac:picMkLst>
            <pc:docMk/>
            <pc:sldMk cId="1006818870" sldId="256"/>
            <ac:picMk id="535" creationId="{56D7511B-4429-86D5-927E-E4CC07343240}"/>
          </ac:picMkLst>
        </pc:picChg>
        <pc:picChg chg="mod">
          <ac:chgData name="Brxx Micro" userId="ce3735d86a4d1024" providerId="LiveId" clId="{F0F16D64-0FC9-A642-8A4A-16B22FE426A3}" dt="2023-11-30T05:07:05.160" v="5"/>
          <ac:picMkLst>
            <pc:docMk/>
            <pc:sldMk cId="1006818870" sldId="256"/>
            <ac:picMk id="536" creationId="{A333F612-CB67-BC8C-3DBA-EC1037D15E33}"/>
          </ac:picMkLst>
        </pc:picChg>
        <pc:picChg chg="mod">
          <ac:chgData name="Brxx Micro" userId="ce3735d86a4d1024" providerId="LiveId" clId="{F0F16D64-0FC9-A642-8A4A-16B22FE426A3}" dt="2023-11-30T05:07:05.160" v="5"/>
          <ac:picMkLst>
            <pc:docMk/>
            <pc:sldMk cId="1006818870" sldId="256"/>
            <ac:picMk id="552" creationId="{EA5AF672-A8AE-C288-6783-8D5AE860AA9B}"/>
          </ac:picMkLst>
        </pc:picChg>
        <pc:picChg chg="mod">
          <ac:chgData name="Brxx Micro" userId="ce3735d86a4d1024" providerId="LiveId" clId="{F0F16D64-0FC9-A642-8A4A-16B22FE426A3}" dt="2023-11-30T05:07:05.160" v="5"/>
          <ac:picMkLst>
            <pc:docMk/>
            <pc:sldMk cId="1006818870" sldId="256"/>
            <ac:picMk id="556" creationId="{856C1F73-D9D2-2CFA-4EEE-DBC0EC9FB382}"/>
          </ac:picMkLst>
        </pc:picChg>
        <pc:picChg chg="mod topLvl">
          <ac:chgData name="Brxx Micro" userId="ce3735d86a4d1024" providerId="LiveId" clId="{F0F16D64-0FC9-A642-8A4A-16B22FE426A3}" dt="2023-11-30T21:55:10.319" v="875" actId="1036"/>
          <ac:picMkLst>
            <pc:docMk/>
            <pc:sldMk cId="1006818870" sldId="256"/>
            <ac:picMk id="572" creationId="{F099CC8C-7702-8D3A-CC7E-D75C56A83FAE}"/>
          </ac:picMkLst>
        </pc:picChg>
        <pc:picChg chg="mod topLvl">
          <ac:chgData name="Brxx Micro" userId="ce3735d86a4d1024" providerId="LiveId" clId="{F0F16D64-0FC9-A642-8A4A-16B22FE426A3}" dt="2023-11-30T21:55:10.319" v="875" actId="1036"/>
          <ac:picMkLst>
            <pc:docMk/>
            <pc:sldMk cId="1006818870" sldId="256"/>
            <ac:picMk id="573" creationId="{8423D721-53EE-24AC-21F3-243F9140FF41}"/>
          </ac:picMkLst>
        </pc:picChg>
        <pc:picChg chg="del mod topLvl">
          <ac:chgData name="Brxx Micro" userId="ce3735d86a4d1024" providerId="LiveId" clId="{F0F16D64-0FC9-A642-8A4A-16B22FE426A3}" dt="2023-11-30T05:21:22.163" v="193" actId="478"/>
          <ac:picMkLst>
            <pc:docMk/>
            <pc:sldMk cId="1006818870" sldId="256"/>
            <ac:picMk id="577" creationId="{5CAFD477-4A93-B953-97FE-1230E1D9E005}"/>
          </ac:picMkLst>
        </pc:picChg>
        <pc:cxnChg chg="mod">
          <ac:chgData name="Brxx Micro" userId="ce3735d86a4d1024" providerId="LiveId" clId="{F0F16D64-0FC9-A642-8A4A-16B22FE426A3}" dt="2023-11-30T05:35:52.097" v="605" actId="1035"/>
          <ac:cxnSpMkLst>
            <pc:docMk/>
            <pc:sldMk cId="1006818870" sldId="256"/>
            <ac:cxnSpMk id="17" creationId="{028052C4-7D61-D760-3A76-67FA52B7DAC6}"/>
          </ac:cxnSpMkLst>
        </pc:cxnChg>
        <pc:cxnChg chg="mod">
          <ac:chgData name="Brxx Micro" userId="ce3735d86a4d1024" providerId="LiveId" clId="{F0F16D64-0FC9-A642-8A4A-16B22FE426A3}" dt="2023-11-30T05:07:05.160" v="5"/>
          <ac:cxnSpMkLst>
            <pc:docMk/>
            <pc:sldMk cId="1006818870" sldId="256"/>
            <ac:cxnSpMk id="18" creationId="{4701E860-6B99-1AE7-2FEC-91CC4FF00F9A}"/>
          </ac:cxnSpMkLst>
        </pc:cxnChg>
        <pc:cxnChg chg="mod topLvl">
          <ac:chgData name="Brxx Micro" userId="ce3735d86a4d1024" providerId="LiveId" clId="{F0F16D64-0FC9-A642-8A4A-16B22FE426A3}" dt="2023-11-30T21:55:10.319" v="875" actId="1036"/>
          <ac:cxnSpMkLst>
            <pc:docMk/>
            <pc:sldMk cId="1006818870" sldId="256"/>
            <ac:cxnSpMk id="35" creationId="{7FF9BAA3-FF91-607D-1B84-5B76082D0B7C}"/>
          </ac:cxnSpMkLst>
        </pc:cxnChg>
        <pc:cxnChg chg="mod topLvl">
          <ac:chgData name="Brxx Micro" userId="ce3735d86a4d1024" providerId="LiveId" clId="{F0F16D64-0FC9-A642-8A4A-16B22FE426A3}" dt="2023-11-30T21:57:33.298" v="900" actId="1035"/>
          <ac:cxnSpMkLst>
            <pc:docMk/>
            <pc:sldMk cId="1006818870" sldId="256"/>
            <ac:cxnSpMk id="38" creationId="{3C498C0E-CC76-B17E-F237-6D4A291441FA}"/>
          </ac:cxnSpMkLst>
        </pc:cxnChg>
        <pc:cxnChg chg="mod topLvl">
          <ac:chgData name="Brxx Micro" userId="ce3735d86a4d1024" providerId="LiveId" clId="{F0F16D64-0FC9-A642-8A4A-16B22FE426A3}" dt="2023-11-30T21:55:10.319" v="875" actId="1036"/>
          <ac:cxnSpMkLst>
            <pc:docMk/>
            <pc:sldMk cId="1006818870" sldId="256"/>
            <ac:cxnSpMk id="39" creationId="{B76F5B29-5E46-D038-0F38-1E88D28E9882}"/>
          </ac:cxnSpMkLst>
        </pc:cxnChg>
        <pc:cxnChg chg="mod topLvl">
          <ac:chgData name="Brxx Micro" userId="ce3735d86a4d1024" providerId="LiveId" clId="{F0F16D64-0FC9-A642-8A4A-16B22FE426A3}" dt="2023-11-30T21:55:10.319" v="875" actId="1036"/>
          <ac:cxnSpMkLst>
            <pc:docMk/>
            <pc:sldMk cId="1006818870" sldId="256"/>
            <ac:cxnSpMk id="51" creationId="{7A1517A2-6370-B042-E6E9-E6E3D59ABCEF}"/>
          </ac:cxnSpMkLst>
        </pc:cxnChg>
        <pc:cxnChg chg="mod topLvl">
          <ac:chgData name="Brxx Micro" userId="ce3735d86a4d1024" providerId="LiveId" clId="{F0F16D64-0FC9-A642-8A4A-16B22FE426A3}" dt="2023-11-30T21:55:10.319" v="875" actId="1036"/>
          <ac:cxnSpMkLst>
            <pc:docMk/>
            <pc:sldMk cId="1006818870" sldId="256"/>
            <ac:cxnSpMk id="61" creationId="{1E27202D-D75F-05ED-1430-936949418F60}"/>
          </ac:cxnSpMkLst>
        </pc:cxnChg>
        <pc:cxnChg chg="mod topLvl">
          <ac:chgData name="Brxx Micro" userId="ce3735d86a4d1024" providerId="LiveId" clId="{F0F16D64-0FC9-A642-8A4A-16B22FE426A3}" dt="2023-11-30T21:57:21.067" v="896" actId="1036"/>
          <ac:cxnSpMkLst>
            <pc:docMk/>
            <pc:sldMk cId="1006818870" sldId="256"/>
            <ac:cxnSpMk id="326" creationId="{5E3822E8-6474-1D1C-A689-536AC6CE22C4}"/>
          </ac:cxnSpMkLst>
        </pc:cxnChg>
        <pc:cxnChg chg="mod topLvl">
          <ac:chgData name="Brxx Micro" userId="ce3735d86a4d1024" providerId="LiveId" clId="{F0F16D64-0FC9-A642-8A4A-16B22FE426A3}" dt="2023-11-30T21:55:10.319" v="875" actId="1036"/>
          <ac:cxnSpMkLst>
            <pc:docMk/>
            <pc:sldMk cId="1006818870" sldId="256"/>
            <ac:cxnSpMk id="454" creationId="{972529C3-1136-6609-1272-642F286E59F8}"/>
          </ac:cxnSpMkLst>
        </pc:cxnChg>
        <pc:cxnChg chg="mod topLvl">
          <ac:chgData name="Brxx Micro" userId="ce3735d86a4d1024" providerId="LiveId" clId="{F0F16D64-0FC9-A642-8A4A-16B22FE426A3}" dt="2023-11-30T21:55:10.319" v="875" actId="1036"/>
          <ac:cxnSpMkLst>
            <pc:docMk/>
            <pc:sldMk cId="1006818870" sldId="256"/>
            <ac:cxnSpMk id="456" creationId="{2D0BF106-C04C-D056-F7C1-C520E85F2EFB}"/>
          </ac:cxnSpMkLst>
        </pc:cxnChg>
        <pc:cxnChg chg="add mod">
          <ac:chgData name="Brxx Micro" userId="ce3735d86a4d1024" providerId="LiveId" clId="{F0F16D64-0FC9-A642-8A4A-16B22FE426A3}" dt="2023-11-30T21:55:10.319" v="875" actId="1036"/>
          <ac:cxnSpMkLst>
            <pc:docMk/>
            <pc:sldMk cId="1006818870" sldId="256"/>
            <ac:cxnSpMk id="465" creationId="{33E545F9-5CDB-8DA8-1D87-2087E4D13FA9}"/>
          </ac:cxnSpMkLst>
        </pc:cxnChg>
        <pc:cxnChg chg="mod topLvl">
          <ac:chgData name="Brxx Micro" userId="ce3735d86a4d1024" providerId="LiveId" clId="{F0F16D64-0FC9-A642-8A4A-16B22FE426A3}" dt="2023-11-30T21:55:10.319" v="875" actId="1036"/>
          <ac:cxnSpMkLst>
            <pc:docMk/>
            <pc:sldMk cId="1006818870" sldId="256"/>
            <ac:cxnSpMk id="519" creationId="{46CF0677-4B17-3A96-ACC5-D3E86E572305}"/>
          </ac:cxnSpMkLst>
        </pc:cxnChg>
        <pc:cxnChg chg="mod">
          <ac:chgData name="Brxx Micro" userId="ce3735d86a4d1024" providerId="LiveId" clId="{F0F16D64-0FC9-A642-8A4A-16B22FE426A3}" dt="2023-11-30T05:07:05.160" v="5"/>
          <ac:cxnSpMkLst>
            <pc:docMk/>
            <pc:sldMk cId="1006818870" sldId="256"/>
            <ac:cxnSpMk id="523" creationId="{49C355E4-0BD5-DD10-6511-466689AD8C15}"/>
          </ac:cxnSpMkLst>
        </pc:cxnChg>
        <pc:cxnChg chg="mod">
          <ac:chgData name="Brxx Micro" userId="ce3735d86a4d1024" providerId="LiveId" clId="{F0F16D64-0FC9-A642-8A4A-16B22FE426A3}" dt="2023-11-30T05:07:05.160" v="5"/>
          <ac:cxnSpMkLst>
            <pc:docMk/>
            <pc:sldMk cId="1006818870" sldId="256"/>
            <ac:cxnSpMk id="530" creationId="{A1859136-6943-CB57-91A7-227067F513CA}"/>
          </ac:cxnSpMkLst>
        </pc:cxnChg>
        <pc:cxnChg chg="mod">
          <ac:chgData name="Brxx Micro" userId="ce3735d86a4d1024" providerId="LiveId" clId="{F0F16D64-0FC9-A642-8A4A-16B22FE426A3}" dt="2023-11-30T05:07:05.160" v="5"/>
          <ac:cxnSpMkLst>
            <pc:docMk/>
            <pc:sldMk cId="1006818870" sldId="256"/>
            <ac:cxnSpMk id="532" creationId="{A0478A8A-4838-B8C8-BADF-8CD958CF5960}"/>
          </ac:cxnSpMkLst>
        </pc:cxnChg>
        <pc:cxnChg chg="mod">
          <ac:chgData name="Brxx Micro" userId="ce3735d86a4d1024" providerId="LiveId" clId="{F0F16D64-0FC9-A642-8A4A-16B22FE426A3}" dt="2023-11-30T05:07:05.160" v="5"/>
          <ac:cxnSpMkLst>
            <pc:docMk/>
            <pc:sldMk cId="1006818870" sldId="256"/>
            <ac:cxnSpMk id="534" creationId="{AD9B648B-D516-7F6D-29AD-E9A82EBFDB81}"/>
          </ac:cxnSpMkLst>
        </pc:cxnChg>
        <pc:cxnChg chg="mod">
          <ac:chgData name="Brxx Micro" userId="ce3735d86a4d1024" providerId="LiveId" clId="{F0F16D64-0FC9-A642-8A4A-16B22FE426A3}" dt="2023-11-30T05:07:05.160" v="5"/>
          <ac:cxnSpMkLst>
            <pc:docMk/>
            <pc:sldMk cId="1006818870" sldId="256"/>
            <ac:cxnSpMk id="540" creationId="{67EDBCE1-D18A-8F69-A46C-76571738847B}"/>
          </ac:cxnSpMkLst>
        </pc:cxnChg>
        <pc:cxnChg chg="mod">
          <ac:chgData name="Brxx Micro" userId="ce3735d86a4d1024" providerId="LiveId" clId="{F0F16D64-0FC9-A642-8A4A-16B22FE426A3}" dt="2023-11-30T05:07:05.160" v="5"/>
          <ac:cxnSpMkLst>
            <pc:docMk/>
            <pc:sldMk cId="1006818870" sldId="256"/>
            <ac:cxnSpMk id="541" creationId="{9165964C-0640-3614-7A28-0BD41394EE12}"/>
          </ac:cxnSpMkLst>
        </pc:cxnChg>
        <pc:cxnChg chg="mod">
          <ac:chgData name="Brxx Micro" userId="ce3735d86a4d1024" providerId="LiveId" clId="{F0F16D64-0FC9-A642-8A4A-16B22FE426A3}" dt="2023-11-30T05:07:05.160" v="5"/>
          <ac:cxnSpMkLst>
            <pc:docMk/>
            <pc:sldMk cId="1006818870" sldId="256"/>
            <ac:cxnSpMk id="542" creationId="{9E962A8E-F8D3-E969-4E73-840631F4C14F}"/>
          </ac:cxnSpMkLst>
        </pc:cxnChg>
        <pc:cxnChg chg="mod">
          <ac:chgData name="Brxx Micro" userId="ce3735d86a4d1024" providerId="LiveId" clId="{F0F16D64-0FC9-A642-8A4A-16B22FE426A3}" dt="2023-11-30T05:07:05.160" v="5"/>
          <ac:cxnSpMkLst>
            <pc:docMk/>
            <pc:sldMk cId="1006818870" sldId="256"/>
            <ac:cxnSpMk id="543" creationId="{D1650410-1B0F-F11F-ED21-9365F14FBE91}"/>
          </ac:cxnSpMkLst>
        </pc:cxnChg>
        <pc:cxnChg chg="mod">
          <ac:chgData name="Brxx Micro" userId="ce3735d86a4d1024" providerId="LiveId" clId="{F0F16D64-0FC9-A642-8A4A-16B22FE426A3}" dt="2023-11-30T05:07:05.160" v="5"/>
          <ac:cxnSpMkLst>
            <pc:docMk/>
            <pc:sldMk cId="1006818870" sldId="256"/>
            <ac:cxnSpMk id="544" creationId="{BA8541BB-FF33-5966-3B5D-A1D11CED1A25}"/>
          </ac:cxnSpMkLst>
        </pc:cxnChg>
        <pc:cxnChg chg="mod">
          <ac:chgData name="Brxx Micro" userId="ce3735d86a4d1024" providerId="LiveId" clId="{F0F16D64-0FC9-A642-8A4A-16B22FE426A3}" dt="2023-11-30T05:07:05.160" v="5"/>
          <ac:cxnSpMkLst>
            <pc:docMk/>
            <pc:sldMk cId="1006818870" sldId="256"/>
            <ac:cxnSpMk id="545" creationId="{FA68E114-FAFA-C884-2FAA-0E2596FB1D29}"/>
          </ac:cxnSpMkLst>
        </pc:cxnChg>
        <pc:cxnChg chg="mod">
          <ac:chgData name="Brxx Micro" userId="ce3735d86a4d1024" providerId="LiveId" clId="{F0F16D64-0FC9-A642-8A4A-16B22FE426A3}" dt="2023-11-30T05:07:05.160" v="5"/>
          <ac:cxnSpMkLst>
            <pc:docMk/>
            <pc:sldMk cId="1006818870" sldId="256"/>
            <ac:cxnSpMk id="554" creationId="{AF9B1D9C-1EAD-BCD2-3018-12F7B583D4A3}"/>
          </ac:cxnSpMkLst>
        </pc:cxnChg>
        <pc:cxnChg chg="mod">
          <ac:chgData name="Brxx Micro" userId="ce3735d86a4d1024" providerId="LiveId" clId="{F0F16D64-0FC9-A642-8A4A-16B22FE426A3}" dt="2023-11-30T05:07:05.160" v="5"/>
          <ac:cxnSpMkLst>
            <pc:docMk/>
            <pc:sldMk cId="1006818870" sldId="256"/>
            <ac:cxnSpMk id="557" creationId="{57C72A04-2267-5DF7-F74B-49137FA9CA9A}"/>
          </ac:cxnSpMkLst>
        </pc:cxnChg>
        <pc:cxnChg chg="mod">
          <ac:chgData name="Brxx Micro" userId="ce3735d86a4d1024" providerId="LiveId" clId="{F0F16D64-0FC9-A642-8A4A-16B22FE426A3}" dt="2023-11-30T05:07:05.160" v="5"/>
          <ac:cxnSpMkLst>
            <pc:docMk/>
            <pc:sldMk cId="1006818870" sldId="256"/>
            <ac:cxnSpMk id="560" creationId="{6E561CF0-EAF2-6903-6BCB-906B0C94E781}"/>
          </ac:cxnSpMkLst>
        </pc:cxnChg>
        <pc:cxnChg chg="mod">
          <ac:chgData name="Brxx Micro" userId="ce3735d86a4d1024" providerId="LiveId" clId="{F0F16D64-0FC9-A642-8A4A-16B22FE426A3}" dt="2023-11-30T05:07:05.160" v="5"/>
          <ac:cxnSpMkLst>
            <pc:docMk/>
            <pc:sldMk cId="1006818870" sldId="256"/>
            <ac:cxnSpMk id="561" creationId="{83523898-CF70-6CC2-4768-0920C5B38DB5}"/>
          </ac:cxnSpMkLst>
        </pc:cxnChg>
        <pc:cxnChg chg="mod topLvl">
          <ac:chgData name="Brxx Micro" userId="ce3735d86a4d1024" providerId="LiveId" clId="{F0F16D64-0FC9-A642-8A4A-16B22FE426A3}" dt="2023-11-30T21:55:10.319" v="875" actId="1036"/>
          <ac:cxnSpMkLst>
            <pc:docMk/>
            <pc:sldMk cId="1006818870" sldId="256"/>
            <ac:cxnSpMk id="576" creationId="{9121FFA7-395E-B02D-E51F-22D20F2E35E6}"/>
          </ac:cxnSpMkLst>
        </pc:cxnChg>
      </pc:sldChg>
      <pc:sldMasterChg chg="modSp modSldLayout">
        <pc:chgData name="Brxx Micro" userId="ce3735d86a4d1024" providerId="LiveId" clId="{F0F16D64-0FC9-A642-8A4A-16B22FE426A3}" dt="2023-11-30T05:06:37.932" v="2"/>
        <pc:sldMasterMkLst>
          <pc:docMk/>
          <pc:sldMasterMk cId="1755040376" sldId="2147483660"/>
        </pc:sldMasterMkLst>
        <pc:spChg chg="mod">
          <ac:chgData name="Brxx Micro" userId="ce3735d86a4d1024" providerId="LiveId" clId="{F0F16D64-0FC9-A642-8A4A-16B22FE426A3}" dt="2023-11-30T05:06:37.932" v="2"/>
          <ac:spMkLst>
            <pc:docMk/>
            <pc:sldMasterMk cId="1755040376" sldId="2147483660"/>
            <ac:spMk id="2" creationId="{00000000-0000-0000-0000-000000000000}"/>
          </ac:spMkLst>
        </pc:spChg>
        <pc:spChg chg="mod">
          <ac:chgData name="Brxx Micro" userId="ce3735d86a4d1024" providerId="LiveId" clId="{F0F16D64-0FC9-A642-8A4A-16B22FE426A3}" dt="2023-11-30T05:06:37.932" v="2"/>
          <ac:spMkLst>
            <pc:docMk/>
            <pc:sldMasterMk cId="1755040376" sldId="2147483660"/>
            <ac:spMk id="3" creationId="{00000000-0000-0000-0000-000000000000}"/>
          </ac:spMkLst>
        </pc:spChg>
        <pc:spChg chg="mod">
          <ac:chgData name="Brxx Micro" userId="ce3735d86a4d1024" providerId="LiveId" clId="{F0F16D64-0FC9-A642-8A4A-16B22FE426A3}" dt="2023-11-30T05:06:37.932" v="2"/>
          <ac:spMkLst>
            <pc:docMk/>
            <pc:sldMasterMk cId="1755040376" sldId="2147483660"/>
            <ac:spMk id="4" creationId="{00000000-0000-0000-0000-000000000000}"/>
          </ac:spMkLst>
        </pc:spChg>
        <pc:spChg chg="mod">
          <ac:chgData name="Brxx Micro" userId="ce3735d86a4d1024" providerId="LiveId" clId="{F0F16D64-0FC9-A642-8A4A-16B22FE426A3}" dt="2023-11-30T05:06:37.932" v="2"/>
          <ac:spMkLst>
            <pc:docMk/>
            <pc:sldMasterMk cId="1755040376" sldId="2147483660"/>
            <ac:spMk id="5" creationId="{00000000-0000-0000-0000-000000000000}"/>
          </ac:spMkLst>
        </pc:spChg>
        <pc:spChg chg="mod">
          <ac:chgData name="Brxx Micro" userId="ce3735d86a4d1024" providerId="LiveId" clId="{F0F16D64-0FC9-A642-8A4A-16B22FE426A3}" dt="2023-11-30T05:06:37.932" v="2"/>
          <ac:spMkLst>
            <pc:docMk/>
            <pc:sldMasterMk cId="1755040376" sldId="2147483660"/>
            <ac:spMk id="6" creationId="{00000000-0000-0000-0000-000000000000}"/>
          </ac:spMkLst>
        </pc:spChg>
        <pc:sldLayoutChg chg="modSp">
          <pc:chgData name="Brxx Micro" userId="ce3735d86a4d1024" providerId="LiveId" clId="{F0F16D64-0FC9-A642-8A4A-16B22FE426A3}" dt="2023-11-30T05:06:37.932" v="2"/>
          <pc:sldLayoutMkLst>
            <pc:docMk/>
            <pc:sldMasterMk cId="1755040376" sldId="2147483660"/>
            <pc:sldLayoutMk cId="4022834696" sldId="2147483661"/>
          </pc:sldLayoutMkLst>
          <pc:spChg chg="mod">
            <ac:chgData name="Brxx Micro" userId="ce3735d86a4d1024" providerId="LiveId" clId="{F0F16D64-0FC9-A642-8A4A-16B22FE426A3}" dt="2023-11-30T05:06:37.932" v="2"/>
            <ac:spMkLst>
              <pc:docMk/>
              <pc:sldMasterMk cId="1755040376" sldId="2147483660"/>
              <pc:sldLayoutMk cId="4022834696" sldId="2147483661"/>
              <ac:spMk id="2"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4022834696" sldId="2147483661"/>
              <ac:spMk id="3" creationId="{00000000-0000-0000-0000-000000000000}"/>
            </ac:spMkLst>
          </pc:spChg>
        </pc:sldLayoutChg>
        <pc:sldLayoutChg chg="modSp">
          <pc:chgData name="Brxx Micro" userId="ce3735d86a4d1024" providerId="LiveId" clId="{F0F16D64-0FC9-A642-8A4A-16B22FE426A3}" dt="2023-11-30T05:06:37.932" v="2"/>
          <pc:sldLayoutMkLst>
            <pc:docMk/>
            <pc:sldMasterMk cId="1755040376" sldId="2147483660"/>
            <pc:sldLayoutMk cId="14705061" sldId="2147483663"/>
          </pc:sldLayoutMkLst>
          <pc:spChg chg="mod">
            <ac:chgData name="Brxx Micro" userId="ce3735d86a4d1024" providerId="LiveId" clId="{F0F16D64-0FC9-A642-8A4A-16B22FE426A3}" dt="2023-11-30T05:06:37.932" v="2"/>
            <ac:spMkLst>
              <pc:docMk/>
              <pc:sldMasterMk cId="1755040376" sldId="2147483660"/>
              <pc:sldLayoutMk cId="14705061" sldId="2147483663"/>
              <ac:spMk id="2"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4705061" sldId="2147483663"/>
              <ac:spMk id="3" creationId="{00000000-0000-0000-0000-000000000000}"/>
            </ac:spMkLst>
          </pc:spChg>
        </pc:sldLayoutChg>
        <pc:sldLayoutChg chg="modSp">
          <pc:chgData name="Brxx Micro" userId="ce3735d86a4d1024" providerId="LiveId" clId="{F0F16D64-0FC9-A642-8A4A-16B22FE426A3}" dt="2023-11-30T05:06:37.932" v="2"/>
          <pc:sldLayoutMkLst>
            <pc:docMk/>
            <pc:sldMasterMk cId="1755040376" sldId="2147483660"/>
            <pc:sldLayoutMk cId="1175026113" sldId="2147483664"/>
          </pc:sldLayoutMkLst>
          <pc:spChg chg="mod">
            <ac:chgData name="Brxx Micro" userId="ce3735d86a4d1024" providerId="LiveId" clId="{F0F16D64-0FC9-A642-8A4A-16B22FE426A3}" dt="2023-11-30T05:06:37.932" v="2"/>
            <ac:spMkLst>
              <pc:docMk/>
              <pc:sldMasterMk cId="1755040376" sldId="2147483660"/>
              <pc:sldLayoutMk cId="1175026113" sldId="2147483664"/>
              <ac:spMk id="3"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175026113" sldId="2147483664"/>
              <ac:spMk id="4" creationId="{00000000-0000-0000-0000-000000000000}"/>
            </ac:spMkLst>
          </pc:spChg>
        </pc:sldLayoutChg>
        <pc:sldLayoutChg chg="modSp">
          <pc:chgData name="Brxx Micro" userId="ce3735d86a4d1024" providerId="LiveId" clId="{F0F16D64-0FC9-A642-8A4A-16B22FE426A3}" dt="2023-11-30T05:06:37.932" v="2"/>
          <pc:sldLayoutMkLst>
            <pc:docMk/>
            <pc:sldMasterMk cId="1755040376" sldId="2147483660"/>
            <pc:sldLayoutMk cId="1185906413" sldId="2147483665"/>
          </pc:sldLayoutMkLst>
          <pc:spChg chg="mod">
            <ac:chgData name="Brxx Micro" userId="ce3735d86a4d1024" providerId="LiveId" clId="{F0F16D64-0FC9-A642-8A4A-16B22FE426A3}" dt="2023-11-30T05:06:37.932" v="2"/>
            <ac:spMkLst>
              <pc:docMk/>
              <pc:sldMasterMk cId="1755040376" sldId="2147483660"/>
              <pc:sldLayoutMk cId="1185906413" sldId="2147483665"/>
              <ac:spMk id="2"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185906413" sldId="2147483665"/>
              <ac:spMk id="3"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185906413" sldId="2147483665"/>
              <ac:spMk id="4"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185906413" sldId="2147483665"/>
              <ac:spMk id="5"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185906413" sldId="2147483665"/>
              <ac:spMk id="6" creationId="{00000000-0000-0000-0000-000000000000}"/>
            </ac:spMkLst>
          </pc:spChg>
        </pc:sldLayoutChg>
        <pc:sldLayoutChg chg="modSp">
          <pc:chgData name="Brxx Micro" userId="ce3735d86a4d1024" providerId="LiveId" clId="{F0F16D64-0FC9-A642-8A4A-16B22FE426A3}" dt="2023-11-30T05:06:37.932" v="2"/>
          <pc:sldLayoutMkLst>
            <pc:docMk/>
            <pc:sldMasterMk cId="1755040376" sldId="2147483660"/>
            <pc:sldLayoutMk cId="1903584571" sldId="2147483668"/>
          </pc:sldLayoutMkLst>
          <pc:spChg chg="mod">
            <ac:chgData name="Brxx Micro" userId="ce3735d86a4d1024" providerId="LiveId" clId="{F0F16D64-0FC9-A642-8A4A-16B22FE426A3}" dt="2023-11-30T05:06:37.932" v="2"/>
            <ac:spMkLst>
              <pc:docMk/>
              <pc:sldMasterMk cId="1755040376" sldId="2147483660"/>
              <pc:sldLayoutMk cId="1903584571" sldId="2147483668"/>
              <ac:spMk id="2"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903584571" sldId="2147483668"/>
              <ac:spMk id="3"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903584571" sldId="2147483668"/>
              <ac:spMk id="4" creationId="{00000000-0000-0000-0000-000000000000}"/>
            </ac:spMkLst>
          </pc:spChg>
        </pc:sldLayoutChg>
        <pc:sldLayoutChg chg="modSp">
          <pc:chgData name="Brxx Micro" userId="ce3735d86a4d1024" providerId="LiveId" clId="{F0F16D64-0FC9-A642-8A4A-16B22FE426A3}" dt="2023-11-30T05:06:37.932" v="2"/>
          <pc:sldLayoutMkLst>
            <pc:docMk/>
            <pc:sldMasterMk cId="1755040376" sldId="2147483660"/>
            <pc:sldLayoutMk cId="1262068499" sldId="2147483669"/>
          </pc:sldLayoutMkLst>
          <pc:spChg chg="mod">
            <ac:chgData name="Brxx Micro" userId="ce3735d86a4d1024" providerId="LiveId" clId="{F0F16D64-0FC9-A642-8A4A-16B22FE426A3}" dt="2023-11-30T05:06:37.932" v="2"/>
            <ac:spMkLst>
              <pc:docMk/>
              <pc:sldMasterMk cId="1755040376" sldId="2147483660"/>
              <pc:sldLayoutMk cId="1262068499" sldId="2147483669"/>
              <ac:spMk id="2"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262068499" sldId="2147483669"/>
              <ac:spMk id="3"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1262068499" sldId="2147483669"/>
              <ac:spMk id="4" creationId="{00000000-0000-0000-0000-000000000000}"/>
            </ac:spMkLst>
          </pc:spChg>
        </pc:sldLayoutChg>
        <pc:sldLayoutChg chg="modSp">
          <pc:chgData name="Brxx Micro" userId="ce3735d86a4d1024" providerId="LiveId" clId="{F0F16D64-0FC9-A642-8A4A-16B22FE426A3}" dt="2023-11-30T05:06:37.932" v="2"/>
          <pc:sldLayoutMkLst>
            <pc:docMk/>
            <pc:sldMasterMk cId="1755040376" sldId="2147483660"/>
            <pc:sldLayoutMk cId="2739359224" sldId="2147483671"/>
          </pc:sldLayoutMkLst>
          <pc:spChg chg="mod">
            <ac:chgData name="Brxx Micro" userId="ce3735d86a4d1024" providerId="LiveId" clId="{F0F16D64-0FC9-A642-8A4A-16B22FE426A3}" dt="2023-11-30T05:06:37.932" v="2"/>
            <ac:spMkLst>
              <pc:docMk/>
              <pc:sldMasterMk cId="1755040376" sldId="2147483660"/>
              <pc:sldLayoutMk cId="2739359224" sldId="2147483671"/>
              <ac:spMk id="2" creationId="{00000000-0000-0000-0000-000000000000}"/>
            </ac:spMkLst>
          </pc:spChg>
          <pc:spChg chg="mod">
            <ac:chgData name="Brxx Micro" userId="ce3735d86a4d1024" providerId="LiveId" clId="{F0F16D64-0FC9-A642-8A4A-16B22FE426A3}" dt="2023-11-30T05:06:37.932" v="2"/>
            <ac:spMkLst>
              <pc:docMk/>
              <pc:sldMasterMk cId="1755040376" sldId="2147483660"/>
              <pc:sldLayoutMk cId="2739359224" sldId="2147483671"/>
              <ac:spMk id="3" creationId="{00000000-0000-0000-0000-000000000000}"/>
            </ac:spMkLst>
          </pc:spChg>
        </pc:sldLayoutChg>
      </pc:sldMasterChg>
      <pc:sldMasterChg chg="modSp modSldLayout">
        <pc:chgData name="Brxx Micro" userId="ce3735d86a4d1024" providerId="LiveId" clId="{F0F16D64-0FC9-A642-8A4A-16B22FE426A3}" dt="2023-11-30T05:07:05.160" v="5"/>
        <pc:sldMasterMkLst>
          <pc:docMk/>
          <pc:sldMasterMk cId="1287918282" sldId="2147483672"/>
        </pc:sldMasterMkLst>
        <pc:spChg chg="mod">
          <ac:chgData name="Brxx Micro" userId="ce3735d86a4d1024" providerId="LiveId" clId="{F0F16D64-0FC9-A642-8A4A-16B22FE426A3}" dt="2023-11-30T05:07:05.160" v="5"/>
          <ac:spMkLst>
            <pc:docMk/>
            <pc:sldMasterMk cId="1287918282" sldId="2147483672"/>
            <ac:spMk id="2" creationId="{00000000-0000-0000-0000-000000000000}"/>
          </ac:spMkLst>
        </pc:spChg>
        <pc:spChg chg="mod">
          <ac:chgData name="Brxx Micro" userId="ce3735d86a4d1024" providerId="LiveId" clId="{F0F16D64-0FC9-A642-8A4A-16B22FE426A3}" dt="2023-11-30T05:07:05.160" v="5"/>
          <ac:spMkLst>
            <pc:docMk/>
            <pc:sldMasterMk cId="1287918282" sldId="2147483672"/>
            <ac:spMk id="3" creationId="{00000000-0000-0000-0000-000000000000}"/>
          </ac:spMkLst>
        </pc:spChg>
        <pc:spChg chg="mod">
          <ac:chgData name="Brxx Micro" userId="ce3735d86a4d1024" providerId="LiveId" clId="{F0F16D64-0FC9-A642-8A4A-16B22FE426A3}" dt="2023-11-30T05:07:05.160" v="5"/>
          <ac:spMkLst>
            <pc:docMk/>
            <pc:sldMasterMk cId="1287918282" sldId="2147483672"/>
            <ac:spMk id="4" creationId="{00000000-0000-0000-0000-000000000000}"/>
          </ac:spMkLst>
        </pc:spChg>
        <pc:spChg chg="mod">
          <ac:chgData name="Brxx Micro" userId="ce3735d86a4d1024" providerId="LiveId" clId="{F0F16D64-0FC9-A642-8A4A-16B22FE426A3}" dt="2023-11-30T05:07:05.160" v="5"/>
          <ac:spMkLst>
            <pc:docMk/>
            <pc:sldMasterMk cId="1287918282" sldId="2147483672"/>
            <ac:spMk id="5" creationId="{00000000-0000-0000-0000-000000000000}"/>
          </ac:spMkLst>
        </pc:spChg>
        <pc:spChg chg="mod">
          <ac:chgData name="Brxx Micro" userId="ce3735d86a4d1024" providerId="LiveId" clId="{F0F16D64-0FC9-A642-8A4A-16B22FE426A3}" dt="2023-11-30T05:07:05.160" v="5"/>
          <ac:spMkLst>
            <pc:docMk/>
            <pc:sldMasterMk cId="1287918282" sldId="2147483672"/>
            <ac:spMk id="6" creationId="{00000000-0000-0000-0000-000000000000}"/>
          </ac:spMkLst>
        </pc:spChg>
        <pc:sldLayoutChg chg="modSp">
          <pc:chgData name="Brxx Micro" userId="ce3735d86a4d1024" providerId="LiveId" clId="{F0F16D64-0FC9-A642-8A4A-16B22FE426A3}" dt="2023-11-30T05:07:05.160" v="5"/>
          <pc:sldLayoutMkLst>
            <pc:docMk/>
            <pc:sldMasterMk cId="1287918282" sldId="2147483672"/>
            <pc:sldLayoutMk cId="435471134" sldId="2147483673"/>
          </pc:sldLayoutMkLst>
          <pc:spChg chg="mod">
            <ac:chgData name="Brxx Micro" userId="ce3735d86a4d1024" providerId="LiveId" clId="{F0F16D64-0FC9-A642-8A4A-16B22FE426A3}" dt="2023-11-30T05:07:05.160" v="5"/>
            <ac:spMkLst>
              <pc:docMk/>
              <pc:sldMasterMk cId="1287918282" sldId="2147483672"/>
              <pc:sldLayoutMk cId="435471134" sldId="2147483673"/>
              <ac:spMk id="2"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435471134" sldId="2147483673"/>
              <ac:spMk id="3" creationId="{00000000-0000-0000-0000-000000000000}"/>
            </ac:spMkLst>
          </pc:spChg>
        </pc:sldLayoutChg>
        <pc:sldLayoutChg chg="modSp">
          <pc:chgData name="Brxx Micro" userId="ce3735d86a4d1024" providerId="LiveId" clId="{F0F16D64-0FC9-A642-8A4A-16B22FE426A3}" dt="2023-11-30T05:07:05.160" v="5"/>
          <pc:sldLayoutMkLst>
            <pc:docMk/>
            <pc:sldMasterMk cId="1287918282" sldId="2147483672"/>
            <pc:sldLayoutMk cId="1355077156" sldId="2147483675"/>
          </pc:sldLayoutMkLst>
          <pc:spChg chg="mod">
            <ac:chgData name="Brxx Micro" userId="ce3735d86a4d1024" providerId="LiveId" clId="{F0F16D64-0FC9-A642-8A4A-16B22FE426A3}" dt="2023-11-30T05:07:05.160" v="5"/>
            <ac:spMkLst>
              <pc:docMk/>
              <pc:sldMasterMk cId="1287918282" sldId="2147483672"/>
              <pc:sldLayoutMk cId="1355077156" sldId="2147483675"/>
              <ac:spMk id="2"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1355077156" sldId="2147483675"/>
              <ac:spMk id="3" creationId="{00000000-0000-0000-0000-000000000000}"/>
            </ac:spMkLst>
          </pc:spChg>
        </pc:sldLayoutChg>
        <pc:sldLayoutChg chg="modSp">
          <pc:chgData name="Brxx Micro" userId="ce3735d86a4d1024" providerId="LiveId" clId="{F0F16D64-0FC9-A642-8A4A-16B22FE426A3}" dt="2023-11-30T05:07:05.160" v="5"/>
          <pc:sldLayoutMkLst>
            <pc:docMk/>
            <pc:sldMasterMk cId="1287918282" sldId="2147483672"/>
            <pc:sldLayoutMk cId="1447683889" sldId="2147483676"/>
          </pc:sldLayoutMkLst>
          <pc:spChg chg="mod">
            <ac:chgData name="Brxx Micro" userId="ce3735d86a4d1024" providerId="LiveId" clId="{F0F16D64-0FC9-A642-8A4A-16B22FE426A3}" dt="2023-11-30T05:07:05.160" v="5"/>
            <ac:spMkLst>
              <pc:docMk/>
              <pc:sldMasterMk cId="1287918282" sldId="2147483672"/>
              <pc:sldLayoutMk cId="1447683889" sldId="2147483676"/>
              <ac:spMk id="3"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1447683889" sldId="2147483676"/>
              <ac:spMk id="4" creationId="{00000000-0000-0000-0000-000000000000}"/>
            </ac:spMkLst>
          </pc:spChg>
        </pc:sldLayoutChg>
        <pc:sldLayoutChg chg="modSp">
          <pc:chgData name="Brxx Micro" userId="ce3735d86a4d1024" providerId="LiveId" clId="{F0F16D64-0FC9-A642-8A4A-16B22FE426A3}" dt="2023-11-30T05:07:05.160" v="5"/>
          <pc:sldLayoutMkLst>
            <pc:docMk/>
            <pc:sldMasterMk cId="1287918282" sldId="2147483672"/>
            <pc:sldLayoutMk cId="1304971964" sldId="2147483677"/>
          </pc:sldLayoutMkLst>
          <pc:spChg chg="mod">
            <ac:chgData name="Brxx Micro" userId="ce3735d86a4d1024" providerId="LiveId" clId="{F0F16D64-0FC9-A642-8A4A-16B22FE426A3}" dt="2023-11-30T05:07:05.160" v="5"/>
            <ac:spMkLst>
              <pc:docMk/>
              <pc:sldMasterMk cId="1287918282" sldId="2147483672"/>
              <pc:sldLayoutMk cId="1304971964" sldId="2147483677"/>
              <ac:spMk id="2"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1304971964" sldId="2147483677"/>
              <ac:spMk id="3"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1304971964" sldId="2147483677"/>
              <ac:spMk id="4"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1304971964" sldId="2147483677"/>
              <ac:spMk id="5"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1304971964" sldId="2147483677"/>
              <ac:spMk id="6" creationId="{00000000-0000-0000-0000-000000000000}"/>
            </ac:spMkLst>
          </pc:spChg>
        </pc:sldLayoutChg>
        <pc:sldLayoutChg chg="modSp">
          <pc:chgData name="Brxx Micro" userId="ce3735d86a4d1024" providerId="LiveId" clId="{F0F16D64-0FC9-A642-8A4A-16B22FE426A3}" dt="2023-11-30T05:07:05.160" v="5"/>
          <pc:sldLayoutMkLst>
            <pc:docMk/>
            <pc:sldMasterMk cId="1287918282" sldId="2147483672"/>
            <pc:sldLayoutMk cId="3491602284" sldId="2147483680"/>
          </pc:sldLayoutMkLst>
          <pc:spChg chg="mod">
            <ac:chgData name="Brxx Micro" userId="ce3735d86a4d1024" providerId="LiveId" clId="{F0F16D64-0FC9-A642-8A4A-16B22FE426A3}" dt="2023-11-30T05:07:05.160" v="5"/>
            <ac:spMkLst>
              <pc:docMk/>
              <pc:sldMasterMk cId="1287918282" sldId="2147483672"/>
              <pc:sldLayoutMk cId="3491602284" sldId="2147483680"/>
              <ac:spMk id="2"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3491602284" sldId="2147483680"/>
              <ac:spMk id="3"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3491602284" sldId="2147483680"/>
              <ac:spMk id="4" creationId="{00000000-0000-0000-0000-000000000000}"/>
            </ac:spMkLst>
          </pc:spChg>
        </pc:sldLayoutChg>
        <pc:sldLayoutChg chg="modSp">
          <pc:chgData name="Brxx Micro" userId="ce3735d86a4d1024" providerId="LiveId" clId="{F0F16D64-0FC9-A642-8A4A-16B22FE426A3}" dt="2023-11-30T05:07:05.160" v="5"/>
          <pc:sldLayoutMkLst>
            <pc:docMk/>
            <pc:sldMasterMk cId="1287918282" sldId="2147483672"/>
            <pc:sldLayoutMk cId="2244112028" sldId="2147483681"/>
          </pc:sldLayoutMkLst>
          <pc:spChg chg="mod">
            <ac:chgData name="Brxx Micro" userId="ce3735d86a4d1024" providerId="LiveId" clId="{F0F16D64-0FC9-A642-8A4A-16B22FE426A3}" dt="2023-11-30T05:07:05.160" v="5"/>
            <ac:spMkLst>
              <pc:docMk/>
              <pc:sldMasterMk cId="1287918282" sldId="2147483672"/>
              <pc:sldLayoutMk cId="2244112028" sldId="2147483681"/>
              <ac:spMk id="2"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2244112028" sldId="2147483681"/>
              <ac:spMk id="3"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2244112028" sldId="2147483681"/>
              <ac:spMk id="4" creationId="{00000000-0000-0000-0000-000000000000}"/>
            </ac:spMkLst>
          </pc:spChg>
        </pc:sldLayoutChg>
        <pc:sldLayoutChg chg="modSp">
          <pc:chgData name="Brxx Micro" userId="ce3735d86a4d1024" providerId="LiveId" clId="{F0F16D64-0FC9-A642-8A4A-16B22FE426A3}" dt="2023-11-30T05:07:05.160" v="5"/>
          <pc:sldLayoutMkLst>
            <pc:docMk/>
            <pc:sldMasterMk cId="1287918282" sldId="2147483672"/>
            <pc:sldLayoutMk cId="3580493006" sldId="2147483683"/>
          </pc:sldLayoutMkLst>
          <pc:spChg chg="mod">
            <ac:chgData name="Brxx Micro" userId="ce3735d86a4d1024" providerId="LiveId" clId="{F0F16D64-0FC9-A642-8A4A-16B22FE426A3}" dt="2023-11-30T05:07:05.160" v="5"/>
            <ac:spMkLst>
              <pc:docMk/>
              <pc:sldMasterMk cId="1287918282" sldId="2147483672"/>
              <pc:sldLayoutMk cId="3580493006" sldId="2147483683"/>
              <ac:spMk id="2" creationId="{00000000-0000-0000-0000-000000000000}"/>
            </ac:spMkLst>
          </pc:spChg>
          <pc:spChg chg="mod">
            <ac:chgData name="Brxx Micro" userId="ce3735d86a4d1024" providerId="LiveId" clId="{F0F16D64-0FC9-A642-8A4A-16B22FE426A3}" dt="2023-11-30T05:07:05.160" v="5"/>
            <ac:spMkLst>
              <pc:docMk/>
              <pc:sldMasterMk cId="1287918282" sldId="2147483672"/>
              <pc:sldLayoutMk cId="3580493006" sldId="2147483683"/>
              <ac:spMk id="3" creationId="{00000000-0000-0000-0000-000000000000}"/>
            </ac:spMkLst>
          </pc:spChg>
        </pc:sldLayoutChg>
      </pc:sldMasterChg>
    </pc:docChg>
  </pc:docChgLst>
  <pc:docChgLst>
    <pc:chgData name="Micro Brxx" userId="ce3735d86a4d1024" providerId="LiveId" clId="{F0F16D64-0FC9-A642-8A4A-16B22FE426A3}"/>
    <pc:docChg chg="undo custSel modSld">
      <pc:chgData name="Micro Brxx" userId="ce3735d86a4d1024" providerId="LiveId" clId="{F0F16D64-0FC9-A642-8A4A-16B22FE426A3}" dt="2023-11-30T18:57:46.670" v="163" actId="1035"/>
      <pc:docMkLst>
        <pc:docMk/>
      </pc:docMkLst>
      <pc:sldChg chg="addSp delSp modSp mod">
        <pc:chgData name="Micro Brxx" userId="ce3735d86a4d1024" providerId="LiveId" clId="{F0F16D64-0FC9-A642-8A4A-16B22FE426A3}" dt="2023-11-30T18:57:46.670" v="163" actId="1035"/>
        <pc:sldMkLst>
          <pc:docMk/>
          <pc:sldMk cId="1006818870" sldId="256"/>
        </pc:sldMkLst>
        <pc:spChg chg="mod">
          <ac:chgData name="Micro Brxx" userId="ce3735d86a4d1024" providerId="LiveId" clId="{F0F16D64-0FC9-A642-8A4A-16B22FE426A3}" dt="2023-11-30T18:57:46.670" v="163" actId="1035"/>
          <ac:spMkLst>
            <pc:docMk/>
            <pc:sldMk cId="1006818870" sldId="256"/>
            <ac:spMk id="7" creationId="{C89CC78A-C87D-EE5F-1708-BBB926555D36}"/>
          </ac:spMkLst>
        </pc:spChg>
        <pc:spChg chg="mod">
          <ac:chgData name="Micro Brxx" userId="ce3735d86a4d1024" providerId="LiveId" clId="{F0F16D64-0FC9-A642-8A4A-16B22FE426A3}" dt="2023-11-30T18:47:51.397" v="19" actId="1036"/>
          <ac:spMkLst>
            <pc:docMk/>
            <pc:sldMk cId="1006818870" sldId="256"/>
            <ac:spMk id="23" creationId="{B540BF1C-40B8-E64B-0B54-A6BD0B33041D}"/>
          </ac:spMkLst>
        </pc:spChg>
        <pc:spChg chg="mod">
          <ac:chgData name="Micro Brxx" userId="ce3735d86a4d1024" providerId="LiveId" clId="{F0F16D64-0FC9-A642-8A4A-16B22FE426A3}" dt="2023-11-30T18:47:51.397" v="19" actId="1036"/>
          <ac:spMkLst>
            <pc:docMk/>
            <pc:sldMk cId="1006818870" sldId="256"/>
            <ac:spMk id="25" creationId="{72ED3732-C9E5-4DE4-67FF-4D7DE6F7CCC3}"/>
          </ac:spMkLst>
        </pc:spChg>
        <pc:spChg chg="mod">
          <ac:chgData name="Micro Brxx" userId="ce3735d86a4d1024" providerId="LiveId" clId="{F0F16D64-0FC9-A642-8A4A-16B22FE426A3}" dt="2023-11-30T18:47:51.397" v="19" actId="1036"/>
          <ac:spMkLst>
            <pc:docMk/>
            <pc:sldMk cId="1006818870" sldId="256"/>
            <ac:spMk id="26" creationId="{00E33863-E1B7-D678-FDE4-E72888AF0479}"/>
          </ac:spMkLst>
        </pc:spChg>
        <pc:spChg chg="mod">
          <ac:chgData name="Micro Brxx" userId="ce3735d86a4d1024" providerId="LiveId" clId="{F0F16D64-0FC9-A642-8A4A-16B22FE426A3}" dt="2023-11-30T18:47:51.397" v="19" actId="1036"/>
          <ac:spMkLst>
            <pc:docMk/>
            <pc:sldMk cId="1006818870" sldId="256"/>
            <ac:spMk id="27" creationId="{8B434F31-B684-572F-D54B-D0A3D4678D71}"/>
          </ac:spMkLst>
        </pc:spChg>
        <pc:spChg chg="mod">
          <ac:chgData name="Micro Brxx" userId="ce3735d86a4d1024" providerId="LiveId" clId="{F0F16D64-0FC9-A642-8A4A-16B22FE426A3}" dt="2023-11-30T18:47:51.397" v="19" actId="1036"/>
          <ac:spMkLst>
            <pc:docMk/>
            <pc:sldMk cId="1006818870" sldId="256"/>
            <ac:spMk id="28" creationId="{7BD408D9-0375-63E1-7E2D-6DC08498A014}"/>
          </ac:spMkLst>
        </pc:spChg>
        <pc:spChg chg="mod">
          <ac:chgData name="Micro Brxx" userId="ce3735d86a4d1024" providerId="LiveId" clId="{F0F16D64-0FC9-A642-8A4A-16B22FE426A3}" dt="2023-11-30T18:47:51.397" v="19" actId="1036"/>
          <ac:spMkLst>
            <pc:docMk/>
            <pc:sldMk cId="1006818870" sldId="256"/>
            <ac:spMk id="30" creationId="{73D2E04E-C97B-786A-CA37-4C001249D14B}"/>
          </ac:spMkLst>
        </pc:spChg>
        <pc:spChg chg="mod topLvl">
          <ac:chgData name="Micro Brxx" userId="ce3735d86a4d1024" providerId="LiveId" clId="{F0F16D64-0FC9-A642-8A4A-16B22FE426A3}" dt="2023-11-30T18:55:27.140" v="123" actId="165"/>
          <ac:spMkLst>
            <pc:docMk/>
            <pc:sldMk cId="1006818870" sldId="256"/>
            <ac:spMk id="32" creationId="{7C3CF8E6-9938-B6AA-1751-B89DE29D5C39}"/>
          </ac:spMkLst>
        </pc:spChg>
        <pc:spChg chg="mod topLvl">
          <ac:chgData name="Micro Brxx" userId="ce3735d86a4d1024" providerId="LiveId" clId="{F0F16D64-0FC9-A642-8A4A-16B22FE426A3}" dt="2023-11-30T18:55:27.140" v="123" actId="165"/>
          <ac:spMkLst>
            <pc:docMk/>
            <pc:sldMk cId="1006818870" sldId="256"/>
            <ac:spMk id="33" creationId="{481BDE5E-7FC4-AE26-B3F6-0F3BB5A811EB}"/>
          </ac:spMkLst>
        </pc:spChg>
        <pc:spChg chg="mod topLvl">
          <ac:chgData name="Micro Brxx" userId="ce3735d86a4d1024" providerId="LiveId" clId="{F0F16D64-0FC9-A642-8A4A-16B22FE426A3}" dt="2023-11-30T18:55:27.140" v="123" actId="165"/>
          <ac:spMkLst>
            <pc:docMk/>
            <pc:sldMk cId="1006818870" sldId="256"/>
            <ac:spMk id="34" creationId="{0FF3358C-E7DC-C186-7406-B43F6DEAC3F2}"/>
          </ac:spMkLst>
        </pc:spChg>
        <pc:spChg chg="mod">
          <ac:chgData name="Micro Brxx" userId="ce3735d86a4d1024" providerId="LiveId" clId="{F0F16D64-0FC9-A642-8A4A-16B22FE426A3}" dt="2023-11-30T18:47:51.397" v="19" actId="1036"/>
          <ac:spMkLst>
            <pc:docMk/>
            <pc:sldMk cId="1006818870" sldId="256"/>
            <ac:spMk id="37" creationId="{EB392EAA-C580-821B-7AE7-5BA51C05A8F6}"/>
          </ac:spMkLst>
        </pc:spChg>
        <pc:spChg chg="mod topLvl">
          <ac:chgData name="Micro Brxx" userId="ce3735d86a4d1024" providerId="LiveId" clId="{F0F16D64-0FC9-A642-8A4A-16B22FE426A3}" dt="2023-11-30T18:55:27.140" v="123" actId="165"/>
          <ac:spMkLst>
            <pc:docMk/>
            <pc:sldMk cId="1006818870" sldId="256"/>
            <ac:spMk id="40" creationId="{7AF25494-6158-93E1-486B-C4F884CF0ADD}"/>
          </ac:spMkLst>
        </pc:spChg>
        <pc:spChg chg="mod topLvl">
          <ac:chgData name="Micro Brxx" userId="ce3735d86a4d1024" providerId="LiveId" clId="{F0F16D64-0FC9-A642-8A4A-16B22FE426A3}" dt="2023-11-30T18:55:33.741" v="124" actId="14100"/>
          <ac:spMkLst>
            <pc:docMk/>
            <pc:sldMk cId="1006818870" sldId="256"/>
            <ac:spMk id="41" creationId="{D08F0811-3308-F763-7C36-3EC4AE6E1E0A}"/>
          </ac:spMkLst>
        </pc:spChg>
        <pc:spChg chg="mod topLvl">
          <ac:chgData name="Micro Brxx" userId="ce3735d86a4d1024" providerId="LiveId" clId="{F0F16D64-0FC9-A642-8A4A-16B22FE426A3}" dt="2023-11-30T18:55:27.140" v="123" actId="165"/>
          <ac:spMkLst>
            <pc:docMk/>
            <pc:sldMk cId="1006818870" sldId="256"/>
            <ac:spMk id="42" creationId="{42310986-41D8-4E60-3E2B-DC7A6FE1EE85}"/>
          </ac:spMkLst>
        </pc:spChg>
        <pc:spChg chg="mod topLvl">
          <ac:chgData name="Micro Brxx" userId="ce3735d86a4d1024" providerId="LiveId" clId="{F0F16D64-0FC9-A642-8A4A-16B22FE426A3}" dt="2023-11-30T18:55:27.140" v="123" actId="165"/>
          <ac:spMkLst>
            <pc:docMk/>
            <pc:sldMk cId="1006818870" sldId="256"/>
            <ac:spMk id="43" creationId="{75528485-CD0F-9B88-9119-164E4B76A6A5}"/>
          </ac:spMkLst>
        </pc:spChg>
        <pc:spChg chg="mod">
          <ac:chgData name="Micro Brxx" userId="ce3735d86a4d1024" providerId="LiveId" clId="{F0F16D64-0FC9-A642-8A4A-16B22FE426A3}" dt="2023-11-30T18:47:51.397" v="19" actId="1036"/>
          <ac:spMkLst>
            <pc:docMk/>
            <pc:sldMk cId="1006818870" sldId="256"/>
            <ac:spMk id="44" creationId="{AB7B5FA3-1B4A-9358-131D-3AB50BFCB775}"/>
          </ac:spMkLst>
        </pc:spChg>
        <pc:spChg chg="mod">
          <ac:chgData name="Micro Brxx" userId="ce3735d86a4d1024" providerId="LiveId" clId="{F0F16D64-0FC9-A642-8A4A-16B22FE426A3}" dt="2023-11-30T18:47:51.397" v="19" actId="1036"/>
          <ac:spMkLst>
            <pc:docMk/>
            <pc:sldMk cId="1006818870" sldId="256"/>
            <ac:spMk id="45" creationId="{A7618032-F620-29B4-6300-B6B892028BF9}"/>
          </ac:spMkLst>
        </pc:spChg>
        <pc:spChg chg="mod">
          <ac:chgData name="Micro Brxx" userId="ce3735d86a4d1024" providerId="LiveId" clId="{F0F16D64-0FC9-A642-8A4A-16B22FE426A3}" dt="2023-11-30T18:47:51.397" v="19" actId="1036"/>
          <ac:spMkLst>
            <pc:docMk/>
            <pc:sldMk cId="1006818870" sldId="256"/>
            <ac:spMk id="50" creationId="{C1794824-DF35-D3F9-C91A-ADCFEA467256}"/>
          </ac:spMkLst>
        </pc:spChg>
        <pc:spChg chg="mod topLvl">
          <ac:chgData name="Micro Brxx" userId="ce3735d86a4d1024" providerId="LiveId" clId="{F0F16D64-0FC9-A642-8A4A-16B22FE426A3}" dt="2023-11-30T18:55:27.140" v="123" actId="165"/>
          <ac:spMkLst>
            <pc:docMk/>
            <pc:sldMk cId="1006818870" sldId="256"/>
            <ac:spMk id="52" creationId="{B1C93753-96B5-27C5-F5BF-6309150CD954}"/>
          </ac:spMkLst>
        </pc:spChg>
        <pc:spChg chg="mod topLvl">
          <ac:chgData name="Micro Brxx" userId="ce3735d86a4d1024" providerId="LiveId" clId="{F0F16D64-0FC9-A642-8A4A-16B22FE426A3}" dt="2023-11-30T18:55:27.140" v="123" actId="165"/>
          <ac:spMkLst>
            <pc:docMk/>
            <pc:sldMk cId="1006818870" sldId="256"/>
            <ac:spMk id="53" creationId="{1EBBABEB-D9DB-BDAA-49C5-6D6D9CDB44CE}"/>
          </ac:spMkLst>
        </pc:spChg>
        <pc:spChg chg="mod topLvl">
          <ac:chgData name="Micro Brxx" userId="ce3735d86a4d1024" providerId="LiveId" clId="{F0F16D64-0FC9-A642-8A4A-16B22FE426A3}" dt="2023-11-30T18:55:27.140" v="123" actId="165"/>
          <ac:spMkLst>
            <pc:docMk/>
            <pc:sldMk cId="1006818870" sldId="256"/>
            <ac:spMk id="55" creationId="{70357EB0-195D-D956-8434-FFAB1C18C9BA}"/>
          </ac:spMkLst>
        </pc:spChg>
        <pc:spChg chg="mod topLvl">
          <ac:chgData name="Micro Brxx" userId="ce3735d86a4d1024" providerId="LiveId" clId="{F0F16D64-0FC9-A642-8A4A-16B22FE426A3}" dt="2023-11-30T18:55:27.140" v="123" actId="165"/>
          <ac:spMkLst>
            <pc:docMk/>
            <pc:sldMk cId="1006818870" sldId="256"/>
            <ac:spMk id="56" creationId="{F3DE4728-1092-599D-F1CC-7F546E6DF252}"/>
          </ac:spMkLst>
        </pc:spChg>
        <pc:spChg chg="mod">
          <ac:chgData name="Micro Brxx" userId="ce3735d86a4d1024" providerId="LiveId" clId="{F0F16D64-0FC9-A642-8A4A-16B22FE426A3}" dt="2023-11-30T18:47:51.397" v="19" actId="1036"/>
          <ac:spMkLst>
            <pc:docMk/>
            <pc:sldMk cId="1006818870" sldId="256"/>
            <ac:spMk id="59" creationId="{EBCB0FF3-7180-0696-7816-13F30D54185A}"/>
          </ac:spMkLst>
        </pc:spChg>
        <pc:spChg chg="mod">
          <ac:chgData name="Micro Brxx" userId="ce3735d86a4d1024" providerId="LiveId" clId="{F0F16D64-0FC9-A642-8A4A-16B22FE426A3}" dt="2023-11-30T18:47:51.397" v="19" actId="1036"/>
          <ac:spMkLst>
            <pc:docMk/>
            <pc:sldMk cId="1006818870" sldId="256"/>
            <ac:spMk id="60" creationId="{7D68719D-8A84-3138-5D4E-1B7A7D2DC4A5}"/>
          </ac:spMkLst>
        </pc:spChg>
        <pc:spChg chg="add del mod">
          <ac:chgData name="Micro Brxx" userId="ce3735d86a4d1024" providerId="LiveId" clId="{F0F16D64-0FC9-A642-8A4A-16B22FE426A3}" dt="2023-11-30T18:51:53.981" v="35"/>
          <ac:spMkLst>
            <pc:docMk/>
            <pc:sldMk cId="1006818870" sldId="256"/>
            <ac:spMk id="62" creationId="{76ED1D19-3EAC-1A1D-BFF7-A206C2A31AB8}"/>
          </ac:spMkLst>
        </pc:spChg>
        <pc:spChg chg="mod">
          <ac:chgData name="Micro Brxx" userId="ce3735d86a4d1024" providerId="LiveId" clId="{F0F16D64-0FC9-A642-8A4A-16B22FE426A3}" dt="2023-11-30T18:47:51.397" v="19" actId="1036"/>
          <ac:spMkLst>
            <pc:docMk/>
            <pc:sldMk cId="1006818870" sldId="256"/>
            <ac:spMk id="273" creationId="{348F0363-DDEA-2869-5F77-2D50360CC7ED}"/>
          </ac:spMkLst>
        </pc:spChg>
        <pc:spChg chg="mod topLvl">
          <ac:chgData name="Micro Brxx" userId="ce3735d86a4d1024" providerId="LiveId" clId="{F0F16D64-0FC9-A642-8A4A-16B22FE426A3}" dt="2023-11-30T18:55:27.140" v="123" actId="165"/>
          <ac:spMkLst>
            <pc:docMk/>
            <pc:sldMk cId="1006818870" sldId="256"/>
            <ac:spMk id="448" creationId="{D5D045A5-AE7A-B4B0-0015-3810A1560BED}"/>
          </ac:spMkLst>
        </pc:spChg>
        <pc:spChg chg="mod topLvl">
          <ac:chgData name="Micro Brxx" userId="ce3735d86a4d1024" providerId="LiveId" clId="{F0F16D64-0FC9-A642-8A4A-16B22FE426A3}" dt="2023-11-30T18:55:27.140" v="123" actId="165"/>
          <ac:spMkLst>
            <pc:docMk/>
            <pc:sldMk cId="1006818870" sldId="256"/>
            <ac:spMk id="449" creationId="{1AD151CE-F3A6-69F5-ABBA-4965EABA7BA8}"/>
          </ac:spMkLst>
        </pc:spChg>
        <pc:spChg chg="mod topLvl">
          <ac:chgData name="Micro Brxx" userId="ce3735d86a4d1024" providerId="LiveId" clId="{F0F16D64-0FC9-A642-8A4A-16B22FE426A3}" dt="2023-11-30T18:55:27.140" v="123" actId="165"/>
          <ac:spMkLst>
            <pc:docMk/>
            <pc:sldMk cId="1006818870" sldId="256"/>
            <ac:spMk id="450" creationId="{2DAF22FB-E8E7-7FC6-497B-DFE84F9FEFE6}"/>
          </ac:spMkLst>
        </pc:spChg>
        <pc:spChg chg="mod topLvl">
          <ac:chgData name="Micro Brxx" userId="ce3735d86a4d1024" providerId="LiveId" clId="{F0F16D64-0FC9-A642-8A4A-16B22FE426A3}" dt="2023-11-30T18:55:27.140" v="123" actId="165"/>
          <ac:spMkLst>
            <pc:docMk/>
            <pc:sldMk cId="1006818870" sldId="256"/>
            <ac:spMk id="451" creationId="{1229F641-58D0-1134-FDF7-487FFD615DC2}"/>
          </ac:spMkLst>
        </pc:spChg>
        <pc:spChg chg="mod topLvl">
          <ac:chgData name="Micro Brxx" userId="ce3735d86a4d1024" providerId="LiveId" clId="{F0F16D64-0FC9-A642-8A4A-16B22FE426A3}" dt="2023-11-30T18:55:27.140" v="123" actId="165"/>
          <ac:spMkLst>
            <pc:docMk/>
            <pc:sldMk cId="1006818870" sldId="256"/>
            <ac:spMk id="452" creationId="{61206B45-7A44-E094-BCDA-DF1B9B5860E9}"/>
          </ac:spMkLst>
        </pc:spChg>
        <pc:spChg chg="mod topLvl">
          <ac:chgData name="Micro Brxx" userId="ce3735d86a4d1024" providerId="LiveId" clId="{F0F16D64-0FC9-A642-8A4A-16B22FE426A3}" dt="2023-11-30T18:55:27.140" v="123" actId="165"/>
          <ac:spMkLst>
            <pc:docMk/>
            <pc:sldMk cId="1006818870" sldId="256"/>
            <ac:spMk id="455" creationId="{EEDA4166-B45E-B4D5-81AB-17F201DD2571}"/>
          </ac:spMkLst>
        </pc:spChg>
        <pc:spChg chg="mod topLvl">
          <ac:chgData name="Micro Brxx" userId="ce3735d86a4d1024" providerId="LiveId" clId="{F0F16D64-0FC9-A642-8A4A-16B22FE426A3}" dt="2023-11-30T18:55:27.140" v="123" actId="165"/>
          <ac:spMkLst>
            <pc:docMk/>
            <pc:sldMk cId="1006818870" sldId="256"/>
            <ac:spMk id="457" creationId="{4310DB4D-1862-EDC7-D6FB-D235B36B0D31}"/>
          </ac:spMkLst>
        </pc:spChg>
        <pc:spChg chg="mod topLvl">
          <ac:chgData name="Micro Brxx" userId="ce3735d86a4d1024" providerId="LiveId" clId="{F0F16D64-0FC9-A642-8A4A-16B22FE426A3}" dt="2023-11-30T18:55:27.140" v="123" actId="165"/>
          <ac:spMkLst>
            <pc:docMk/>
            <pc:sldMk cId="1006818870" sldId="256"/>
            <ac:spMk id="458" creationId="{A86650FF-122E-D7D2-2FEF-379C6F5EE6B1}"/>
          </ac:spMkLst>
        </pc:spChg>
        <pc:spChg chg="mod topLvl">
          <ac:chgData name="Micro Brxx" userId="ce3735d86a4d1024" providerId="LiveId" clId="{F0F16D64-0FC9-A642-8A4A-16B22FE426A3}" dt="2023-11-30T18:55:27.140" v="123" actId="165"/>
          <ac:spMkLst>
            <pc:docMk/>
            <pc:sldMk cId="1006818870" sldId="256"/>
            <ac:spMk id="459" creationId="{3637505B-9940-62C7-9DA0-FD765353DAC4}"/>
          </ac:spMkLst>
        </pc:spChg>
        <pc:spChg chg="mod">
          <ac:chgData name="Micro Brxx" userId="ce3735d86a4d1024" providerId="LiveId" clId="{F0F16D64-0FC9-A642-8A4A-16B22FE426A3}" dt="2023-11-30T18:53:31.073" v="98" actId="403"/>
          <ac:spMkLst>
            <pc:docMk/>
            <pc:sldMk cId="1006818870" sldId="256"/>
            <ac:spMk id="460" creationId="{232660E8-7C34-3EB5-F2F3-1D882C341707}"/>
          </ac:spMkLst>
        </pc:spChg>
        <pc:spChg chg="mod">
          <ac:chgData name="Micro Brxx" userId="ce3735d86a4d1024" providerId="LiveId" clId="{F0F16D64-0FC9-A642-8A4A-16B22FE426A3}" dt="2023-11-30T18:53:31.073" v="98" actId="403"/>
          <ac:spMkLst>
            <pc:docMk/>
            <pc:sldMk cId="1006818870" sldId="256"/>
            <ac:spMk id="461" creationId="{BD1885C8-4B5C-A8E0-DFE6-339C0CEEE00D}"/>
          </ac:spMkLst>
        </pc:spChg>
        <pc:spChg chg="mod">
          <ac:chgData name="Micro Brxx" userId="ce3735d86a4d1024" providerId="LiveId" clId="{F0F16D64-0FC9-A642-8A4A-16B22FE426A3}" dt="2023-11-30T18:53:31.073" v="98" actId="403"/>
          <ac:spMkLst>
            <pc:docMk/>
            <pc:sldMk cId="1006818870" sldId="256"/>
            <ac:spMk id="462" creationId="{B5A8EB13-239F-952E-8FFF-10E9B1FFF736}"/>
          </ac:spMkLst>
        </pc:spChg>
        <pc:spChg chg="mod">
          <ac:chgData name="Micro Brxx" userId="ce3735d86a4d1024" providerId="LiveId" clId="{F0F16D64-0FC9-A642-8A4A-16B22FE426A3}" dt="2023-11-30T18:53:31.073" v="98" actId="403"/>
          <ac:spMkLst>
            <pc:docMk/>
            <pc:sldMk cId="1006818870" sldId="256"/>
            <ac:spMk id="463" creationId="{2FB2BE05-D9D8-9C4A-1EAE-19C06FB2D794}"/>
          </ac:spMkLst>
        </pc:spChg>
        <pc:spChg chg="mod">
          <ac:chgData name="Micro Brxx" userId="ce3735d86a4d1024" providerId="LiveId" clId="{F0F16D64-0FC9-A642-8A4A-16B22FE426A3}" dt="2023-11-30T18:53:31.073" v="98" actId="403"/>
          <ac:spMkLst>
            <pc:docMk/>
            <pc:sldMk cId="1006818870" sldId="256"/>
            <ac:spMk id="464" creationId="{5D24644C-5B30-94A5-B15A-72DFB540A2EF}"/>
          </ac:spMkLst>
        </pc:spChg>
        <pc:spChg chg="add mod">
          <ac:chgData name="Micro Brxx" userId="ce3735d86a4d1024" providerId="LiveId" clId="{F0F16D64-0FC9-A642-8A4A-16B22FE426A3}" dt="2023-11-30T18:56:58.044" v="159" actId="20577"/>
          <ac:spMkLst>
            <pc:docMk/>
            <pc:sldMk cId="1006818870" sldId="256"/>
            <ac:spMk id="466" creationId="{CA29D19E-B8FC-C9FD-5E93-75CAAE24191E}"/>
          </ac:spMkLst>
        </pc:spChg>
        <pc:spChg chg="mod">
          <ac:chgData name="Micro Brxx" userId="ce3735d86a4d1024" providerId="LiveId" clId="{F0F16D64-0FC9-A642-8A4A-16B22FE426A3}" dt="2023-11-30T18:47:51.397" v="19" actId="1036"/>
          <ac:spMkLst>
            <pc:docMk/>
            <pc:sldMk cId="1006818870" sldId="256"/>
            <ac:spMk id="513" creationId="{28BD9240-B922-7D36-EB95-C5951EE2F57E}"/>
          </ac:spMkLst>
        </pc:spChg>
        <pc:spChg chg="mod">
          <ac:chgData name="Micro Brxx" userId="ce3735d86a4d1024" providerId="LiveId" clId="{F0F16D64-0FC9-A642-8A4A-16B22FE426A3}" dt="2023-11-30T18:47:51.397" v="19" actId="1036"/>
          <ac:spMkLst>
            <pc:docMk/>
            <pc:sldMk cId="1006818870" sldId="256"/>
            <ac:spMk id="514" creationId="{7236BCFE-EA41-8404-D697-616681D08404}"/>
          </ac:spMkLst>
        </pc:spChg>
        <pc:spChg chg="mod">
          <ac:chgData name="Micro Brxx" userId="ce3735d86a4d1024" providerId="LiveId" clId="{F0F16D64-0FC9-A642-8A4A-16B22FE426A3}" dt="2023-11-30T18:47:51.397" v="19" actId="1036"/>
          <ac:spMkLst>
            <pc:docMk/>
            <pc:sldMk cId="1006818870" sldId="256"/>
            <ac:spMk id="516" creationId="{E39C3154-AB42-2F1A-A445-3A2ED487FF09}"/>
          </ac:spMkLst>
        </pc:spChg>
        <pc:spChg chg="mod">
          <ac:chgData name="Micro Brxx" userId="ce3735d86a4d1024" providerId="LiveId" clId="{F0F16D64-0FC9-A642-8A4A-16B22FE426A3}" dt="2023-11-30T18:47:51.397" v="19" actId="1036"/>
          <ac:spMkLst>
            <pc:docMk/>
            <pc:sldMk cId="1006818870" sldId="256"/>
            <ac:spMk id="517" creationId="{F56F27DE-4FEB-F489-067E-346D0382FB37}"/>
          </ac:spMkLst>
        </pc:spChg>
        <pc:spChg chg="mod">
          <ac:chgData name="Micro Brxx" userId="ce3735d86a4d1024" providerId="LiveId" clId="{F0F16D64-0FC9-A642-8A4A-16B22FE426A3}" dt="2023-11-30T18:51:28.333" v="29" actId="12788"/>
          <ac:spMkLst>
            <pc:docMk/>
            <pc:sldMk cId="1006818870" sldId="256"/>
            <ac:spMk id="518" creationId="{1069D5B6-6531-5D8B-E52F-475AEAC38564}"/>
          </ac:spMkLst>
        </pc:spChg>
        <pc:spChg chg="mod">
          <ac:chgData name="Micro Brxx" userId="ce3735d86a4d1024" providerId="LiveId" clId="{F0F16D64-0FC9-A642-8A4A-16B22FE426A3}" dt="2023-11-30T18:47:51.397" v="19" actId="1036"/>
          <ac:spMkLst>
            <pc:docMk/>
            <pc:sldMk cId="1006818870" sldId="256"/>
            <ac:spMk id="571" creationId="{927B0566-BEB5-6E31-08A8-A90288E3601B}"/>
          </ac:spMkLst>
        </pc:spChg>
        <pc:spChg chg="del mod">
          <ac:chgData name="Micro Brxx" userId="ce3735d86a4d1024" providerId="LiveId" clId="{F0F16D64-0FC9-A642-8A4A-16B22FE426A3}" dt="2023-11-30T18:53:05.658" v="89" actId="478"/>
          <ac:spMkLst>
            <pc:docMk/>
            <pc:sldMk cId="1006818870" sldId="256"/>
            <ac:spMk id="574" creationId="{B39BA4CC-3655-87BA-862B-4BE9059F9A57}"/>
          </ac:spMkLst>
        </pc:spChg>
        <pc:spChg chg="mod">
          <ac:chgData name="Micro Brxx" userId="ce3735d86a4d1024" providerId="LiveId" clId="{F0F16D64-0FC9-A642-8A4A-16B22FE426A3}" dt="2023-11-30T18:55:47.040" v="126" actId="1076"/>
          <ac:spMkLst>
            <pc:docMk/>
            <pc:sldMk cId="1006818870" sldId="256"/>
            <ac:spMk id="575" creationId="{21BE055D-1CBC-89BE-8BE7-C92E1BA84299}"/>
          </ac:spMkLst>
        </pc:spChg>
        <pc:grpChg chg="del mod">
          <ac:chgData name="Micro Brxx" userId="ce3735d86a4d1024" providerId="LiveId" clId="{F0F16D64-0FC9-A642-8A4A-16B22FE426A3}" dt="2023-11-30T18:55:05.958" v="118" actId="165"/>
          <ac:grpSpMkLst>
            <pc:docMk/>
            <pc:sldMk cId="1006818870" sldId="256"/>
            <ac:grpSpMk id="31" creationId="{A127864D-51F3-4EEE-394C-7B8965B3B130}"/>
          </ac:grpSpMkLst>
        </pc:grpChg>
        <pc:grpChg chg="mod">
          <ac:chgData name="Micro Brxx" userId="ce3735d86a4d1024" providerId="LiveId" clId="{F0F16D64-0FC9-A642-8A4A-16B22FE426A3}" dt="2023-11-30T18:47:51.397" v="19" actId="1036"/>
          <ac:grpSpMkLst>
            <pc:docMk/>
            <pc:sldMk cId="1006818870" sldId="256"/>
            <ac:grpSpMk id="36" creationId="{4D720A47-8976-85BD-2EAB-BC78C1E5E9C9}"/>
          </ac:grpSpMkLst>
        </pc:grpChg>
        <pc:grpChg chg="topLvl">
          <ac:chgData name="Micro Brxx" userId="ce3735d86a4d1024" providerId="LiveId" clId="{F0F16D64-0FC9-A642-8A4A-16B22FE426A3}" dt="2023-11-30T18:55:27.140" v="123" actId="165"/>
          <ac:grpSpMkLst>
            <pc:docMk/>
            <pc:sldMk cId="1006818870" sldId="256"/>
            <ac:grpSpMk id="453" creationId="{985DC24E-0241-137D-D64E-454A8E2CDAC3}"/>
          </ac:grpSpMkLst>
        </pc:grpChg>
        <pc:grpChg chg="add del mod">
          <ac:chgData name="Micro Brxx" userId="ce3735d86a4d1024" providerId="LiveId" clId="{F0F16D64-0FC9-A642-8A4A-16B22FE426A3}" dt="2023-11-30T18:55:27.140" v="123" actId="165"/>
          <ac:grpSpMkLst>
            <pc:docMk/>
            <pc:sldMk cId="1006818870" sldId="256"/>
            <ac:grpSpMk id="467" creationId="{03AB90B2-FF21-19BA-0C95-BE7947C24BA3}"/>
          </ac:grpSpMkLst>
        </pc:grpChg>
        <pc:grpChg chg="add">
          <ac:chgData name="Micro Brxx" userId="ce3735d86a4d1024" providerId="LiveId" clId="{F0F16D64-0FC9-A642-8A4A-16B22FE426A3}" dt="2023-11-30T18:55:40.365" v="125" actId="164"/>
          <ac:grpSpMkLst>
            <pc:docMk/>
            <pc:sldMk cId="1006818870" sldId="256"/>
            <ac:grpSpMk id="468" creationId="{CB75F489-D632-9FB7-2C1A-0D744979541F}"/>
          </ac:grpSpMkLst>
        </pc:grpChg>
        <pc:grpChg chg="mod">
          <ac:chgData name="Micro Brxx" userId="ce3735d86a4d1024" providerId="LiveId" clId="{F0F16D64-0FC9-A642-8A4A-16B22FE426A3}" dt="2023-11-30T18:47:51.397" v="19" actId="1036"/>
          <ac:grpSpMkLst>
            <pc:docMk/>
            <pc:sldMk cId="1006818870" sldId="256"/>
            <ac:grpSpMk id="515" creationId="{5FB0D229-F553-E727-AFBD-C1CE077C9DF3}"/>
          </ac:grpSpMkLst>
        </pc:grpChg>
        <pc:grpChg chg="mod">
          <ac:chgData name="Micro Brxx" userId="ce3735d86a4d1024" providerId="LiveId" clId="{F0F16D64-0FC9-A642-8A4A-16B22FE426A3}" dt="2023-11-30T18:47:51.397" v="19" actId="1036"/>
          <ac:grpSpMkLst>
            <pc:docMk/>
            <pc:sldMk cId="1006818870" sldId="256"/>
            <ac:grpSpMk id="520" creationId="{18F229AC-3417-1ADE-6C4E-0A80E52816C2}"/>
          </ac:grpSpMkLst>
        </pc:grpChg>
        <pc:graphicFrameChg chg="mod">
          <ac:chgData name="Micro Brxx" userId="ce3735d86a4d1024" providerId="LiveId" clId="{F0F16D64-0FC9-A642-8A4A-16B22FE426A3}" dt="2023-11-30T18:47:51.397" v="19" actId="1036"/>
          <ac:graphicFrameMkLst>
            <pc:docMk/>
            <pc:sldMk cId="1006818870" sldId="256"/>
            <ac:graphicFrameMk id="21" creationId="{B7AB781D-59DA-1ADA-9E42-5A49C3A028B7}"/>
          </ac:graphicFrameMkLst>
        </pc:graphicFrameChg>
        <pc:graphicFrameChg chg="mod">
          <ac:chgData name="Micro Brxx" userId="ce3735d86a4d1024" providerId="LiveId" clId="{F0F16D64-0FC9-A642-8A4A-16B22FE426A3}" dt="2023-11-30T18:47:51.397" v="19" actId="1036"/>
          <ac:graphicFrameMkLst>
            <pc:docMk/>
            <pc:sldMk cId="1006818870" sldId="256"/>
            <ac:graphicFrameMk id="48" creationId="{B6FA86FF-603E-1EEE-8CB4-8B1C8C48AF5D}"/>
          </ac:graphicFrameMkLst>
        </pc:graphicFrameChg>
        <pc:graphicFrameChg chg="mod">
          <ac:chgData name="Micro Brxx" userId="ce3735d86a4d1024" providerId="LiveId" clId="{F0F16D64-0FC9-A642-8A4A-16B22FE426A3}" dt="2023-11-30T18:47:51.397" v="19" actId="1036"/>
          <ac:graphicFrameMkLst>
            <pc:docMk/>
            <pc:sldMk cId="1006818870" sldId="256"/>
            <ac:graphicFrameMk id="49" creationId="{7AE3B0E9-FEE2-C001-68EC-A25403E344F1}"/>
          </ac:graphicFrameMkLst>
        </pc:graphicFrameChg>
        <pc:graphicFrameChg chg="mod">
          <ac:chgData name="Micro Brxx" userId="ce3735d86a4d1024" providerId="LiveId" clId="{F0F16D64-0FC9-A642-8A4A-16B22FE426A3}" dt="2023-11-30T18:47:51.397" v="19" actId="1036"/>
          <ac:graphicFrameMkLst>
            <pc:docMk/>
            <pc:sldMk cId="1006818870" sldId="256"/>
            <ac:graphicFrameMk id="57" creationId="{4D60E00A-D896-A14C-A775-AA7B459568B2}"/>
          </ac:graphicFrameMkLst>
        </pc:graphicFrameChg>
        <pc:graphicFrameChg chg="mod">
          <ac:chgData name="Micro Brxx" userId="ce3735d86a4d1024" providerId="LiveId" clId="{F0F16D64-0FC9-A642-8A4A-16B22FE426A3}" dt="2023-11-30T18:52:39.896" v="48"/>
          <ac:graphicFrameMkLst>
            <pc:docMk/>
            <pc:sldMk cId="1006818870" sldId="256"/>
            <ac:graphicFrameMk id="58" creationId="{49507BD3-FFF9-1CFC-E99F-AA5AC65CE14C}"/>
          </ac:graphicFrameMkLst>
        </pc:graphicFrameChg>
        <pc:picChg chg="mod">
          <ac:chgData name="Micro Brxx" userId="ce3735d86a4d1024" providerId="LiveId" clId="{F0F16D64-0FC9-A642-8A4A-16B22FE426A3}" dt="2023-11-30T18:47:51.397" v="19" actId="1036"/>
          <ac:picMkLst>
            <pc:docMk/>
            <pc:sldMk cId="1006818870" sldId="256"/>
            <ac:picMk id="22" creationId="{C71B7C37-2237-484E-8F15-BB3AA456B95A}"/>
          </ac:picMkLst>
        </pc:picChg>
        <pc:picChg chg="mod">
          <ac:chgData name="Micro Brxx" userId="ce3735d86a4d1024" providerId="LiveId" clId="{F0F16D64-0FC9-A642-8A4A-16B22FE426A3}" dt="2023-11-30T18:47:51.397" v="19" actId="1036"/>
          <ac:picMkLst>
            <pc:docMk/>
            <pc:sldMk cId="1006818870" sldId="256"/>
            <ac:picMk id="24" creationId="{1A782604-D61F-A942-E8BA-7BF3979A284F}"/>
          </ac:picMkLst>
        </pc:picChg>
        <pc:picChg chg="mod">
          <ac:chgData name="Micro Brxx" userId="ce3735d86a4d1024" providerId="LiveId" clId="{F0F16D64-0FC9-A642-8A4A-16B22FE426A3}" dt="2023-11-30T18:47:51.397" v="19" actId="1036"/>
          <ac:picMkLst>
            <pc:docMk/>
            <pc:sldMk cId="1006818870" sldId="256"/>
            <ac:picMk id="46" creationId="{109FB034-2E3C-1802-EB95-E29D18153ABA}"/>
          </ac:picMkLst>
        </pc:picChg>
        <pc:picChg chg="mod">
          <ac:chgData name="Micro Brxx" userId="ce3735d86a4d1024" providerId="LiveId" clId="{F0F16D64-0FC9-A642-8A4A-16B22FE426A3}" dt="2023-11-30T18:47:51.397" v="19" actId="1036"/>
          <ac:picMkLst>
            <pc:docMk/>
            <pc:sldMk cId="1006818870" sldId="256"/>
            <ac:picMk id="47" creationId="{507A7742-7FBF-23CA-5944-7D45C206785F}"/>
          </ac:picMkLst>
        </pc:picChg>
        <pc:picChg chg="topLvl">
          <ac:chgData name="Micro Brxx" userId="ce3735d86a4d1024" providerId="LiveId" clId="{F0F16D64-0FC9-A642-8A4A-16B22FE426A3}" dt="2023-11-30T18:55:27.140" v="123" actId="165"/>
          <ac:picMkLst>
            <pc:docMk/>
            <pc:sldMk cId="1006818870" sldId="256"/>
            <ac:picMk id="54" creationId="{556CDD74-031B-4E14-C431-F6A1E945F09B}"/>
          </ac:picMkLst>
        </pc:picChg>
        <pc:picChg chg="topLvl">
          <ac:chgData name="Micro Brxx" userId="ce3735d86a4d1024" providerId="LiveId" clId="{F0F16D64-0FC9-A642-8A4A-16B22FE426A3}" dt="2023-11-30T18:55:27.140" v="123" actId="165"/>
          <ac:picMkLst>
            <pc:docMk/>
            <pc:sldMk cId="1006818870" sldId="256"/>
            <ac:picMk id="63" creationId="{BDC6BA71-68BD-3252-1C21-E3CE6E3BB001}"/>
          </ac:picMkLst>
        </pc:picChg>
        <pc:picChg chg="mod">
          <ac:chgData name="Micro Brxx" userId="ce3735d86a4d1024" providerId="LiveId" clId="{F0F16D64-0FC9-A642-8A4A-16B22FE426A3}" dt="2023-11-30T18:47:51.397" v="19" actId="1036"/>
          <ac:picMkLst>
            <pc:docMk/>
            <pc:sldMk cId="1006818870" sldId="256"/>
            <ac:picMk id="572" creationId="{F099CC8C-7702-8D3A-CC7E-D75C56A83FAE}"/>
          </ac:picMkLst>
        </pc:picChg>
        <pc:picChg chg="mod">
          <ac:chgData name="Micro Brxx" userId="ce3735d86a4d1024" providerId="LiveId" clId="{F0F16D64-0FC9-A642-8A4A-16B22FE426A3}" dt="2023-11-30T18:47:51.397" v="19" actId="1036"/>
          <ac:picMkLst>
            <pc:docMk/>
            <pc:sldMk cId="1006818870" sldId="256"/>
            <ac:picMk id="573" creationId="{8423D721-53EE-24AC-21F3-243F9140FF41}"/>
          </ac:picMkLst>
        </pc:picChg>
        <pc:cxnChg chg="topLvl">
          <ac:chgData name="Micro Brxx" userId="ce3735d86a4d1024" providerId="LiveId" clId="{F0F16D64-0FC9-A642-8A4A-16B22FE426A3}" dt="2023-11-30T18:55:27.140" v="123" actId="165"/>
          <ac:cxnSpMkLst>
            <pc:docMk/>
            <pc:sldMk cId="1006818870" sldId="256"/>
            <ac:cxnSpMk id="35" creationId="{7FF9BAA3-FF91-607D-1B84-5B76082D0B7C}"/>
          </ac:cxnSpMkLst>
        </pc:cxnChg>
        <pc:cxnChg chg="mod">
          <ac:chgData name="Micro Brxx" userId="ce3735d86a4d1024" providerId="LiveId" clId="{F0F16D64-0FC9-A642-8A4A-16B22FE426A3}" dt="2023-11-30T18:47:51.397" v="19" actId="1036"/>
          <ac:cxnSpMkLst>
            <pc:docMk/>
            <pc:sldMk cId="1006818870" sldId="256"/>
            <ac:cxnSpMk id="38" creationId="{3C498C0E-CC76-B17E-F237-6D4A291441FA}"/>
          </ac:cxnSpMkLst>
        </pc:cxnChg>
        <pc:cxnChg chg="topLvl">
          <ac:chgData name="Micro Brxx" userId="ce3735d86a4d1024" providerId="LiveId" clId="{F0F16D64-0FC9-A642-8A4A-16B22FE426A3}" dt="2023-11-30T18:55:27.140" v="123" actId="165"/>
          <ac:cxnSpMkLst>
            <pc:docMk/>
            <pc:sldMk cId="1006818870" sldId="256"/>
            <ac:cxnSpMk id="39" creationId="{B76F5B29-5E46-D038-0F38-1E88D28E9882}"/>
          </ac:cxnSpMkLst>
        </pc:cxnChg>
        <pc:cxnChg chg="mod">
          <ac:chgData name="Micro Brxx" userId="ce3735d86a4d1024" providerId="LiveId" clId="{F0F16D64-0FC9-A642-8A4A-16B22FE426A3}" dt="2023-11-30T18:57:40.489" v="162" actId="1035"/>
          <ac:cxnSpMkLst>
            <pc:docMk/>
            <pc:sldMk cId="1006818870" sldId="256"/>
            <ac:cxnSpMk id="51" creationId="{7A1517A2-6370-B042-E6E9-E6E3D59ABCEF}"/>
          </ac:cxnSpMkLst>
        </pc:cxnChg>
        <pc:cxnChg chg="mod">
          <ac:chgData name="Micro Brxx" userId="ce3735d86a4d1024" providerId="LiveId" clId="{F0F16D64-0FC9-A642-8A4A-16B22FE426A3}" dt="2023-11-30T18:47:51.397" v="19" actId="1036"/>
          <ac:cxnSpMkLst>
            <pc:docMk/>
            <pc:sldMk cId="1006818870" sldId="256"/>
            <ac:cxnSpMk id="61" creationId="{1E27202D-D75F-05ED-1430-936949418F60}"/>
          </ac:cxnSpMkLst>
        </pc:cxnChg>
        <pc:cxnChg chg="mod">
          <ac:chgData name="Micro Brxx" userId="ce3735d86a4d1024" providerId="LiveId" clId="{F0F16D64-0FC9-A642-8A4A-16B22FE426A3}" dt="2023-11-30T18:47:51.397" v="19" actId="1036"/>
          <ac:cxnSpMkLst>
            <pc:docMk/>
            <pc:sldMk cId="1006818870" sldId="256"/>
            <ac:cxnSpMk id="326" creationId="{5E3822E8-6474-1D1C-A689-536AC6CE22C4}"/>
          </ac:cxnSpMkLst>
        </pc:cxnChg>
        <pc:cxnChg chg="topLvl">
          <ac:chgData name="Micro Brxx" userId="ce3735d86a4d1024" providerId="LiveId" clId="{F0F16D64-0FC9-A642-8A4A-16B22FE426A3}" dt="2023-11-30T18:55:27.140" v="123" actId="165"/>
          <ac:cxnSpMkLst>
            <pc:docMk/>
            <pc:sldMk cId="1006818870" sldId="256"/>
            <ac:cxnSpMk id="454" creationId="{972529C3-1136-6609-1272-642F286E59F8}"/>
          </ac:cxnSpMkLst>
        </pc:cxnChg>
        <pc:cxnChg chg="topLvl">
          <ac:chgData name="Micro Brxx" userId="ce3735d86a4d1024" providerId="LiveId" clId="{F0F16D64-0FC9-A642-8A4A-16B22FE426A3}" dt="2023-11-30T18:55:27.140" v="123" actId="165"/>
          <ac:cxnSpMkLst>
            <pc:docMk/>
            <pc:sldMk cId="1006818870" sldId="256"/>
            <ac:cxnSpMk id="456" creationId="{2D0BF106-C04C-D056-F7C1-C520E85F2EFB}"/>
          </ac:cxnSpMkLst>
        </pc:cxnChg>
        <pc:cxnChg chg="mod">
          <ac:chgData name="Micro Brxx" userId="ce3735d86a4d1024" providerId="LiveId" clId="{F0F16D64-0FC9-A642-8A4A-16B22FE426A3}" dt="2023-11-30T18:53:40.005" v="100" actId="1076"/>
          <ac:cxnSpMkLst>
            <pc:docMk/>
            <pc:sldMk cId="1006818870" sldId="256"/>
            <ac:cxnSpMk id="465" creationId="{33E545F9-5CDB-8DA8-1D87-2087E4D13FA9}"/>
          </ac:cxnSpMkLst>
        </pc:cxnChg>
        <pc:cxnChg chg="mod">
          <ac:chgData name="Micro Brxx" userId="ce3735d86a4d1024" providerId="LiveId" clId="{F0F16D64-0FC9-A642-8A4A-16B22FE426A3}" dt="2023-11-30T18:57:35.224" v="160" actId="1036"/>
          <ac:cxnSpMkLst>
            <pc:docMk/>
            <pc:sldMk cId="1006818870" sldId="256"/>
            <ac:cxnSpMk id="519" creationId="{46CF0677-4B17-3A96-ACC5-D3E86E572305}"/>
          </ac:cxnSpMkLst>
        </pc:cxnChg>
        <pc:cxnChg chg="mod">
          <ac:chgData name="Micro Brxx" userId="ce3735d86a4d1024" providerId="LiveId" clId="{F0F16D64-0FC9-A642-8A4A-16B22FE426A3}" dt="2023-11-30T18:55:47.040" v="126" actId="1076"/>
          <ac:cxnSpMkLst>
            <pc:docMk/>
            <pc:sldMk cId="1006818870" sldId="256"/>
            <ac:cxnSpMk id="576" creationId="{9121FFA7-395E-B02D-E51F-22D20F2E35E6}"/>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ce3735d86a4d1024/GitHub/Python/Negative/rebutt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ce3735d86a4d1024/GitHub/Python/Negative/rebutt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ce3735d86a4d1024/GitHub/Python/Negative/negativ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ce3735d86a4d1024/GitHub/Python/Negative/negativ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'GPT4 as LLM'!$K$17</c:f>
              <c:strCache>
                <c:ptCount val="1"/>
                <c:pt idx="0">
                  <c:v>M=GPT-4</c:v>
                </c:pt>
              </c:strCache>
            </c:strRef>
          </c:tx>
          <c:spPr>
            <a:solidFill>
              <a:schemeClr val="accent1"/>
            </a:solidFill>
            <a:ln>
              <a:noFill/>
            </a:ln>
            <a:effectLst/>
          </c:spPr>
          <c:invertIfNegative val="0"/>
          <c:cat>
            <c:strRef>
              <c:f>'GPT4 as LLM'!$L$16:$M$16</c:f>
              <c:strCache>
                <c:ptCount val="2"/>
                <c:pt idx="0">
                  <c:v>BBQ</c:v>
                </c:pt>
                <c:pt idx="1">
                  <c:v>BBH</c:v>
                </c:pt>
              </c:strCache>
            </c:strRef>
          </c:cat>
          <c:val>
            <c:numRef>
              <c:f>'GPT4 as LLM'!$L$17:$M$17</c:f>
              <c:numCache>
                <c:formatCode>General</c:formatCode>
                <c:ptCount val="2"/>
                <c:pt idx="0">
                  <c:v>98.2</c:v>
                </c:pt>
                <c:pt idx="1">
                  <c:v>72.900000000000006</c:v>
                </c:pt>
              </c:numCache>
            </c:numRef>
          </c:val>
          <c:extLst>
            <c:ext xmlns:c16="http://schemas.microsoft.com/office/drawing/2014/chart" uri="{C3380CC4-5D6E-409C-BE32-E72D297353CC}">
              <c16:uniqueId val="{00000000-A469-A84A-9633-5FE7D9BF5392}"/>
            </c:ext>
          </c:extLst>
        </c:ser>
        <c:ser>
          <c:idx val="1"/>
          <c:order val="1"/>
          <c:tx>
            <c:strRef>
              <c:f>'GPT4 as LLM'!$K$18</c:f>
              <c:strCache>
                <c:ptCount val="1"/>
                <c:pt idx="0">
                  <c:v>SALAM</c:v>
                </c:pt>
              </c:strCache>
            </c:strRef>
          </c:tx>
          <c:spPr>
            <a:solidFill>
              <a:schemeClr val="accent2"/>
            </a:solidFill>
            <a:ln>
              <a:noFill/>
            </a:ln>
            <a:effectLst/>
          </c:spPr>
          <c:invertIfNegative val="0"/>
          <c:cat>
            <c:strRef>
              <c:f>'GPT4 as LLM'!$L$16:$M$16</c:f>
              <c:strCache>
                <c:ptCount val="2"/>
                <c:pt idx="0">
                  <c:v>BBQ</c:v>
                </c:pt>
                <c:pt idx="1">
                  <c:v>BBH</c:v>
                </c:pt>
              </c:strCache>
            </c:strRef>
          </c:cat>
          <c:val>
            <c:numRef>
              <c:f>'GPT4 as LLM'!$L$18:$M$18</c:f>
              <c:numCache>
                <c:formatCode>General</c:formatCode>
                <c:ptCount val="2"/>
                <c:pt idx="0">
                  <c:v>98.2</c:v>
                </c:pt>
                <c:pt idx="1">
                  <c:v>75</c:v>
                </c:pt>
              </c:numCache>
            </c:numRef>
          </c:val>
          <c:extLst>
            <c:ext xmlns:c16="http://schemas.microsoft.com/office/drawing/2014/chart" uri="{C3380CC4-5D6E-409C-BE32-E72D297353CC}">
              <c16:uniqueId val="{00000001-A469-A84A-9633-5FE7D9BF5392}"/>
            </c:ext>
          </c:extLst>
        </c:ser>
        <c:dLbls>
          <c:showLegendKey val="0"/>
          <c:showVal val="0"/>
          <c:showCatName val="0"/>
          <c:showSerName val="0"/>
          <c:showPercent val="0"/>
          <c:showBubbleSize val="0"/>
        </c:dLbls>
        <c:gapWidth val="219"/>
        <c:overlap val="-27"/>
        <c:axId val="1691376336"/>
        <c:axId val="1691406256"/>
      </c:barChart>
      <c:catAx>
        <c:axId val="1691376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1691406256"/>
        <c:crosses val="autoZero"/>
        <c:auto val="1"/>
        <c:lblAlgn val="ctr"/>
        <c:lblOffset val="100"/>
        <c:noMultiLvlLbl val="0"/>
      </c:catAx>
      <c:valAx>
        <c:axId val="1691406256"/>
        <c:scaling>
          <c:orientation val="minMax"/>
          <c:max val="100"/>
          <c:min val="7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1691376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32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'GPT4 as SA'!$A$11</c:f>
              <c:strCache>
                <c:ptCount val="1"/>
                <c:pt idx="0">
                  <c:v>T = 10% GPT-4</c:v>
                </c:pt>
              </c:strCache>
            </c:strRef>
          </c:tx>
          <c:spPr>
            <a:solidFill>
              <a:schemeClr val="accent1"/>
            </a:solidFill>
            <a:ln>
              <a:noFill/>
            </a:ln>
            <a:effectLst/>
          </c:spPr>
          <c:invertIfNegative val="0"/>
          <c:cat>
            <c:strRef>
              <c:f>'GPT4 as SA'!$B$10:$C$10</c:f>
              <c:strCache>
                <c:ptCount val="2"/>
                <c:pt idx="0">
                  <c:v>BBH</c:v>
                </c:pt>
                <c:pt idx="1">
                  <c:v>BBQ</c:v>
                </c:pt>
              </c:strCache>
            </c:strRef>
          </c:cat>
          <c:val>
            <c:numRef>
              <c:f>'GPT4 as SA'!$B$11:$C$11</c:f>
              <c:numCache>
                <c:formatCode>General</c:formatCode>
                <c:ptCount val="2"/>
                <c:pt idx="0">
                  <c:v>26.9</c:v>
                </c:pt>
                <c:pt idx="1">
                  <c:v>30.9</c:v>
                </c:pt>
              </c:numCache>
            </c:numRef>
          </c:val>
          <c:extLst>
            <c:ext xmlns:c16="http://schemas.microsoft.com/office/drawing/2014/chart" uri="{C3380CC4-5D6E-409C-BE32-E72D297353CC}">
              <c16:uniqueId val="{00000000-E6CF-6742-8F0A-EB3D51B7F0D5}"/>
            </c:ext>
          </c:extLst>
        </c:ser>
        <c:ser>
          <c:idx val="1"/>
          <c:order val="1"/>
          <c:tx>
            <c:strRef>
              <c:f>'GPT4 as SA'!$A$12</c:f>
              <c:strCache>
                <c:ptCount val="1"/>
                <c:pt idx="0">
                  <c:v>T = 10 %  SALAM</c:v>
                </c:pt>
              </c:strCache>
            </c:strRef>
          </c:tx>
          <c:spPr>
            <a:solidFill>
              <a:schemeClr val="accent2">
                <a:lumMod val="40000"/>
                <a:lumOff val="60000"/>
              </a:schemeClr>
            </a:solidFill>
            <a:ln>
              <a:noFill/>
            </a:ln>
            <a:effectLst/>
          </c:spPr>
          <c:invertIfNegative val="0"/>
          <c:cat>
            <c:strRef>
              <c:f>'GPT4 as SA'!$B$10:$C$10</c:f>
              <c:strCache>
                <c:ptCount val="2"/>
                <c:pt idx="0">
                  <c:v>BBH</c:v>
                </c:pt>
                <c:pt idx="1">
                  <c:v>BBQ</c:v>
                </c:pt>
              </c:strCache>
            </c:strRef>
          </c:cat>
          <c:val>
            <c:numRef>
              <c:f>'GPT4 as SA'!$B$12:$C$12</c:f>
              <c:numCache>
                <c:formatCode>General</c:formatCode>
                <c:ptCount val="2"/>
                <c:pt idx="0">
                  <c:v>24.8</c:v>
                </c:pt>
                <c:pt idx="1">
                  <c:v>30.2</c:v>
                </c:pt>
              </c:numCache>
            </c:numRef>
          </c:val>
          <c:extLst>
            <c:ext xmlns:c16="http://schemas.microsoft.com/office/drawing/2014/chart" uri="{C3380CC4-5D6E-409C-BE32-E72D297353CC}">
              <c16:uniqueId val="{00000001-E6CF-6742-8F0A-EB3D51B7F0D5}"/>
            </c:ext>
          </c:extLst>
        </c:ser>
        <c:ser>
          <c:idx val="2"/>
          <c:order val="2"/>
          <c:tx>
            <c:strRef>
              <c:f>'GPT4 as SA'!$A$13</c:f>
              <c:strCache>
                <c:ptCount val="1"/>
                <c:pt idx="0">
                  <c:v>T = 100% SALAM</c:v>
                </c:pt>
              </c:strCache>
            </c:strRef>
          </c:tx>
          <c:spPr>
            <a:solidFill>
              <a:schemeClr val="accent2"/>
            </a:solidFill>
            <a:ln>
              <a:noFill/>
            </a:ln>
            <a:effectLst/>
          </c:spPr>
          <c:invertIfNegative val="0"/>
          <c:cat>
            <c:strRef>
              <c:f>'GPT4 as SA'!$B$10:$C$10</c:f>
              <c:strCache>
                <c:ptCount val="2"/>
                <c:pt idx="0">
                  <c:v>BBH</c:v>
                </c:pt>
                <c:pt idx="1">
                  <c:v>BBQ</c:v>
                </c:pt>
              </c:strCache>
            </c:strRef>
          </c:cat>
          <c:val>
            <c:numRef>
              <c:f>'GPT4 as SA'!$B$13:$C$13</c:f>
              <c:numCache>
                <c:formatCode>0.0</c:formatCode>
                <c:ptCount val="2"/>
                <c:pt idx="0" formatCode="General">
                  <c:v>28.7</c:v>
                </c:pt>
                <c:pt idx="1">
                  <c:v>34.909999999999997</c:v>
                </c:pt>
              </c:numCache>
            </c:numRef>
          </c:val>
          <c:extLst>
            <c:ext xmlns:c16="http://schemas.microsoft.com/office/drawing/2014/chart" uri="{C3380CC4-5D6E-409C-BE32-E72D297353CC}">
              <c16:uniqueId val="{00000002-E6CF-6742-8F0A-EB3D51B7F0D5}"/>
            </c:ext>
          </c:extLst>
        </c:ser>
        <c:dLbls>
          <c:showLegendKey val="0"/>
          <c:showVal val="0"/>
          <c:showCatName val="0"/>
          <c:showSerName val="0"/>
          <c:showPercent val="0"/>
          <c:showBubbleSize val="0"/>
        </c:dLbls>
        <c:gapWidth val="182"/>
        <c:axId val="545592800"/>
        <c:axId val="545669888"/>
      </c:barChart>
      <c:catAx>
        <c:axId val="545592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545669888"/>
        <c:crosses val="autoZero"/>
        <c:auto val="1"/>
        <c:lblAlgn val="ctr"/>
        <c:lblOffset val="100"/>
        <c:noMultiLvlLbl val="0"/>
      </c:catAx>
      <c:valAx>
        <c:axId val="545669888"/>
        <c:scaling>
          <c:orientation val="minMax"/>
          <c:max val="35"/>
          <c:min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545592800"/>
        <c:crosses val="autoZero"/>
        <c:crossBetween val="between"/>
      </c:valAx>
      <c:spPr>
        <a:noFill/>
        <a:ln>
          <a:noFill/>
        </a:ln>
        <a:effectLst/>
      </c:spPr>
    </c:plotArea>
    <c:legend>
      <c:legendPos val="b"/>
      <c:layout>
        <c:manualLayout>
          <c:xMode val="edge"/>
          <c:yMode val="edge"/>
          <c:x val="0.16538960742916675"/>
          <c:y val="0.65389105540640668"/>
          <c:w val="0.45120078371202804"/>
          <c:h val="0.30175724835812651"/>
        </c:manualLayout>
      </c:layout>
      <c:overlay val="0"/>
      <c:spPr>
        <a:noFill/>
        <a:ln>
          <a:noFill/>
        </a:ln>
        <a:effectLst/>
      </c:spPr>
      <c:txPr>
        <a:bodyPr rot="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32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840" b="0" i="0" u="none" strike="noStrike" kern="1200" spc="0" baseline="0">
                <a:solidFill>
                  <a:schemeClr val="tx1">
                    <a:lumMod val="65000"/>
                    <a:lumOff val="35000"/>
                  </a:schemeClr>
                </a:solidFill>
                <a:latin typeface="+mn-lt"/>
                <a:ea typeface="+mn-ea"/>
                <a:cs typeface="+mn-cs"/>
              </a:defRPr>
            </a:pPr>
            <a:r>
              <a:rPr lang="en-US"/>
              <a:t>Flan T5 11B</a:t>
            </a:r>
          </a:p>
        </c:rich>
      </c:tx>
      <c:layout>
        <c:manualLayout>
          <c:xMode val="edge"/>
          <c:yMode val="edge"/>
          <c:x val="0.39712235023354642"/>
          <c:y val="3.4713035264070533E-2"/>
        </c:manualLayout>
      </c:layout>
      <c:overlay val="0"/>
      <c:spPr>
        <a:noFill/>
        <a:ln>
          <a:noFill/>
        </a:ln>
        <a:effectLst/>
      </c:spPr>
      <c:txPr>
        <a:bodyPr rot="0" spcFirstLastPara="1" vertOverflow="ellipsis" vert="horz" wrap="square" anchor="ctr" anchorCtr="1"/>
        <a:lstStyle/>
        <a:p>
          <a:pPr>
            <a:defRPr sz="38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649562554680665"/>
          <c:y val="0.16376188716459555"/>
          <c:w val="0.81017104111986005"/>
          <c:h val="0.50386436517617894"/>
        </c:manualLayout>
      </c:layout>
      <c:barChart>
        <c:barDir val="col"/>
        <c:grouping val="clustered"/>
        <c:varyColors val="0"/>
        <c:ser>
          <c:idx val="0"/>
          <c:order val="0"/>
          <c:tx>
            <c:strRef>
              <c:f>main!$J$4</c:f>
              <c:strCache>
                <c:ptCount val="1"/>
                <c:pt idx="0">
                  <c:v>M</c:v>
                </c:pt>
              </c:strCache>
            </c:strRef>
          </c:tx>
          <c:spPr>
            <a:solidFill>
              <a:schemeClr val="bg2">
                <a:lumMod val="90000"/>
              </a:schemeClr>
            </a:solidFill>
            <a:ln>
              <a:noFill/>
            </a:ln>
            <a:effectLst/>
          </c:spPr>
          <c:invertIfNegative val="0"/>
          <c:cat>
            <c:strRef>
              <c:f>main!$K$3:$L$3</c:f>
              <c:strCache>
                <c:ptCount val="2"/>
                <c:pt idx="0">
                  <c:v>BBH</c:v>
                </c:pt>
                <c:pt idx="1">
                  <c:v>BBQ</c:v>
                </c:pt>
              </c:strCache>
            </c:strRef>
          </c:cat>
          <c:val>
            <c:numRef>
              <c:f>main!$K$4:$L$4</c:f>
              <c:numCache>
                <c:formatCode>0.0</c:formatCode>
                <c:ptCount val="2"/>
                <c:pt idx="0">
                  <c:v>42.361250000000005</c:v>
                </c:pt>
                <c:pt idx="1">
                  <c:v>76.55</c:v>
                </c:pt>
              </c:numCache>
            </c:numRef>
          </c:val>
          <c:extLst>
            <c:ext xmlns:c16="http://schemas.microsoft.com/office/drawing/2014/chart" uri="{C3380CC4-5D6E-409C-BE32-E72D297353CC}">
              <c16:uniqueId val="{00000000-7CF6-3940-8D61-8F1AA2447C98}"/>
            </c:ext>
          </c:extLst>
        </c:ser>
        <c:ser>
          <c:idx val="1"/>
          <c:order val="1"/>
          <c:tx>
            <c:strRef>
              <c:f>main!$J$5</c:f>
              <c:strCache>
                <c:ptCount val="1"/>
                <c:pt idx="0">
                  <c:v>M w/ corr</c:v>
                </c:pt>
              </c:strCache>
            </c:strRef>
          </c:tx>
          <c:spPr>
            <a:solidFill>
              <a:srgbClr val="92D050"/>
            </a:solidFill>
            <a:ln>
              <a:noFill/>
            </a:ln>
            <a:effectLst/>
          </c:spPr>
          <c:invertIfNegative val="0"/>
          <c:cat>
            <c:strRef>
              <c:f>main!$K$3:$L$3</c:f>
              <c:strCache>
                <c:ptCount val="2"/>
                <c:pt idx="0">
                  <c:v>BBH</c:v>
                </c:pt>
                <c:pt idx="1">
                  <c:v>BBQ</c:v>
                </c:pt>
              </c:strCache>
            </c:strRef>
          </c:cat>
          <c:val>
            <c:numRef>
              <c:f>main!$K$5:$L$5</c:f>
              <c:numCache>
                <c:formatCode>0.0</c:formatCode>
                <c:ptCount val="2"/>
                <c:pt idx="0">
                  <c:v>38.403125000000003</c:v>
                </c:pt>
                <c:pt idx="1">
                  <c:v>72</c:v>
                </c:pt>
              </c:numCache>
            </c:numRef>
          </c:val>
          <c:extLst>
            <c:ext xmlns:c16="http://schemas.microsoft.com/office/drawing/2014/chart" uri="{C3380CC4-5D6E-409C-BE32-E72D297353CC}">
              <c16:uniqueId val="{00000001-7CF6-3940-8D61-8F1AA2447C98}"/>
            </c:ext>
          </c:extLst>
        </c:ser>
        <c:ser>
          <c:idx val="2"/>
          <c:order val="2"/>
          <c:tx>
            <c:strRef>
              <c:f>main!$J$6</c:f>
              <c:strCache>
                <c:ptCount val="1"/>
                <c:pt idx="0">
                  <c:v>M w/ err</c:v>
                </c:pt>
              </c:strCache>
            </c:strRef>
          </c:tx>
          <c:spPr>
            <a:solidFill>
              <a:srgbClr val="00B050"/>
            </a:solidFill>
            <a:ln>
              <a:noFill/>
            </a:ln>
            <a:effectLst/>
          </c:spPr>
          <c:invertIfNegative val="0"/>
          <c:cat>
            <c:strRef>
              <c:f>main!$K$3:$L$3</c:f>
              <c:strCache>
                <c:ptCount val="2"/>
                <c:pt idx="0">
                  <c:v>BBH</c:v>
                </c:pt>
                <c:pt idx="1">
                  <c:v>BBQ</c:v>
                </c:pt>
              </c:strCache>
            </c:strRef>
          </c:cat>
          <c:val>
            <c:numRef>
              <c:f>main!$K$6:$L$6</c:f>
              <c:numCache>
                <c:formatCode>0.0</c:formatCode>
                <c:ptCount val="2"/>
                <c:pt idx="0">
                  <c:v>37.854375000000005</c:v>
                </c:pt>
                <c:pt idx="1">
                  <c:v>79.819999999999993</c:v>
                </c:pt>
              </c:numCache>
            </c:numRef>
          </c:val>
          <c:extLst>
            <c:ext xmlns:c16="http://schemas.microsoft.com/office/drawing/2014/chart" uri="{C3380CC4-5D6E-409C-BE32-E72D297353CC}">
              <c16:uniqueId val="{00000002-7CF6-3940-8D61-8F1AA2447C98}"/>
            </c:ext>
          </c:extLst>
        </c:ser>
        <c:ser>
          <c:idx val="3"/>
          <c:order val="3"/>
          <c:tx>
            <c:strRef>
              <c:f>main!$J$7</c:f>
              <c:strCache>
                <c:ptCount val="1"/>
                <c:pt idx="0">
                  <c:v>Self-refine</c:v>
                </c:pt>
              </c:strCache>
            </c:strRef>
          </c:tx>
          <c:spPr>
            <a:solidFill>
              <a:srgbClr val="0070C0"/>
            </a:solidFill>
            <a:ln>
              <a:noFill/>
            </a:ln>
            <a:effectLst/>
          </c:spPr>
          <c:invertIfNegative val="0"/>
          <c:cat>
            <c:strRef>
              <c:f>main!$K$3:$L$3</c:f>
              <c:strCache>
                <c:ptCount val="2"/>
                <c:pt idx="0">
                  <c:v>BBH</c:v>
                </c:pt>
                <c:pt idx="1">
                  <c:v>BBQ</c:v>
                </c:pt>
              </c:strCache>
            </c:strRef>
          </c:cat>
          <c:val>
            <c:numRef>
              <c:f>main!$K$7:$L$7</c:f>
              <c:numCache>
                <c:formatCode>General</c:formatCode>
                <c:ptCount val="2"/>
                <c:pt idx="0" formatCode="0.0">
                  <c:v>17.4375</c:v>
                </c:pt>
                <c:pt idx="1">
                  <c:v>28</c:v>
                </c:pt>
              </c:numCache>
            </c:numRef>
          </c:val>
          <c:extLst>
            <c:ext xmlns:c16="http://schemas.microsoft.com/office/drawing/2014/chart" uri="{C3380CC4-5D6E-409C-BE32-E72D297353CC}">
              <c16:uniqueId val="{00000003-7CF6-3940-8D61-8F1AA2447C98}"/>
            </c:ext>
          </c:extLst>
        </c:ser>
        <c:ser>
          <c:idx val="4"/>
          <c:order val="4"/>
          <c:tx>
            <c:strRef>
              <c:f>main!$J$8</c:f>
              <c:strCache>
                <c:ptCount val="1"/>
                <c:pt idx="0">
                  <c:v>SALAM</c:v>
                </c:pt>
              </c:strCache>
            </c:strRef>
          </c:tx>
          <c:spPr>
            <a:solidFill>
              <a:srgbClr val="FFC000"/>
            </a:solidFill>
            <a:ln>
              <a:noFill/>
            </a:ln>
            <a:effectLst/>
          </c:spPr>
          <c:invertIfNegative val="0"/>
          <c:cat>
            <c:strRef>
              <c:f>main!$K$3:$L$3</c:f>
              <c:strCache>
                <c:ptCount val="2"/>
                <c:pt idx="0">
                  <c:v>BBH</c:v>
                </c:pt>
                <c:pt idx="1">
                  <c:v>BBQ</c:v>
                </c:pt>
              </c:strCache>
            </c:strRef>
          </c:cat>
          <c:val>
            <c:numRef>
              <c:f>main!$K$8:$L$8</c:f>
              <c:numCache>
                <c:formatCode>0.0</c:formatCode>
                <c:ptCount val="2"/>
                <c:pt idx="0">
                  <c:v>48.5625</c:v>
                </c:pt>
                <c:pt idx="1">
                  <c:v>85.27</c:v>
                </c:pt>
              </c:numCache>
            </c:numRef>
          </c:val>
          <c:extLst>
            <c:ext xmlns:c16="http://schemas.microsoft.com/office/drawing/2014/chart" uri="{C3380CC4-5D6E-409C-BE32-E72D297353CC}">
              <c16:uniqueId val="{00000004-7CF6-3940-8D61-8F1AA2447C98}"/>
            </c:ext>
          </c:extLst>
        </c:ser>
        <c:ser>
          <c:idx val="5"/>
          <c:order val="5"/>
          <c:tx>
            <c:strRef>
              <c:f>main!$J$9</c:f>
              <c:strCache>
                <c:ptCount val="1"/>
                <c:pt idx="0">
                  <c:v>SALAM w/ IL</c:v>
                </c:pt>
              </c:strCache>
            </c:strRef>
          </c:tx>
          <c:spPr>
            <a:solidFill>
              <a:schemeClr val="accent2"/>
            </a:solidFill>
            <a:ln>
              <a:noFill/>
            </a:ln>
            <a:effectLst/>
          </c:spPr>
          <c:invertIfNegative val="0"/>
          <c:cat>
            <c:strRef>
              <c:f>main!$K$3:$L$3</c:f>
              <c:strCache>
                <c:ptCount val="2"/>
                <c:pt idx="0">
                  <c:v>BBH</c:v>
                </c:pt>
                <c:pt idx="1">
                  <c:v>BBQ</c:v>
                </c:pt>
              </c:strCache>
            </c:strRef>
          </c:cat>
          <c:val>
            <c:numRef>
              <c:f>main!$K$9:$L$9</c:f>
              <c:numCache>
                <c:formatCode>0.0</c:formatCode>
                <c:ptCount val="2"/>
                <c:pt idx="0">
                  <c:v>49</c:v>
                </c:pt>
                <c:pt idx="1">
                  <c:v>86.4</c:v>
                </c:pt>
              </c:numCache>
            </c:numRef>
          </c:val>
          <c:extLst>
            <c:ext xmlns:c16="http://schemas.microsoft.com/office/drawing/2014/chart" uri="{C3380CC4-5D6E-409C-BE32-E72D297353CC}">
              <c16:uniqueId val="{00000005-7CF6-3940-8D61-8F1AA2447C98}"/>
            </c:ext>
          </c:extLst>
        </c:ser>
        <c:dLbls>
          <c:showLegendKey val="0"/>
          <c:showVal val="0"/>
          <c:showCatName val="0"/>
          <c:showSerName val="0"/>
          <c:showPercent val="0"/>
          <c:showBubbleSize val="0"/>
        </c:dLbls>
        <c:gapWidth val="219"/>
        <c:overlap val="-27"/>
        <c:axId val="72492688"/>
        <c:axId val="72494960"/>
      </c:barChart>
      <c:catAx>
        <c:axId val="72492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72494960"/>
        <c:crosses val="autoZero"/>
        <c:auto val="1"/>
        <c:lblAlgn val="ctr"/>
        <c:lblOffset val="100"/>
        <c:noMultiLvlLbl val="0"/>
      </c:catAx>
      <c:valAx>
        <c:axId val="72494960"/>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72492688"/>
        <c:crosses val="autoZero"/>
        <c:crossBetween val="between"/>
      </c:valAx>
      <c:spPr>
        <a:noFill/>
        <a:ln>
          <a:noFill/>
        </a:ln>
        <a:effectLst/>
      </c:spPr>
    </c:plotArea>
    <c:plotVisOnly val="1"/>
    <c:dispBlanksAs val="gap"/>
    <c:showDLblsOverMax val="0"/>
  </c:chart>
  <c:spPr>
    <a:noFill/>
    <a:ln>
      <a:noFill/>
    </a:ln>
    <a:effectLst/>
  </c:spPr>
  <c:txPr>
    <a:bodyPr/>
    <a:lstStyle/>
    <a:p>
      <a:pPr>
        <a:defRPr sz="32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840" b="0" i="0" u="none" strike="noStrike" kern="1200" spc="0" baseline="0">
                <a:solidFill>
                  <a:schemeClr val="tx1">
                    <a:lumMod val="65000"/>
                    <a:lumOff val="35000"/>
                  </a:schemeClr>
                </a:solidFill>
                <a:latin typeface="+mn-lt"/>
                <a:ea typeface="+mn-ea"/>
                <a:cs typeface="+mn-cs"/>
              </a:defRPr>
            </a:pPr>
            <a:r>
              <a:rPr lang="en-US"/>
              <a:t>LLaMA-1 7B</a:t>
            </a:r>
          </a:p>
        </c:rich>
      </c:tx>
      <c:overlay val="0"/>
      <c:spPr>
        <a:noFill/>
        <a:ln>
          <a:noFill/>
        </a:ln>
        <a:effectLst/>
      </c:spPr>
      <c:txPr>
        <a:bodyPr rot="0" spcFirstLastPara="1" vertOverflow="ellipsis" vert="horz" wrap="square" anchor="ctr" anchorCtr="1"/>
        <a:lstStyle/>
        <a:p>
          <a:pPr>
            <a:defRPr sz="38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660794672149524"/>
          <c:y val="0.16694544705122208"/>
          <c:w val="0.78565779429885862"/>
          <c:h val="0.46922507859368939"/>
        </c:manualLayout>
      </c:layout>
      <c:barChart>
        <c:barDir val="col"/>
        <c:grouping val="clustered"/>
        <c:varyColors val="0"/>
        <c:ser>
          <c:idx val="0"/>
          <c:order val="0"/>
          <c:tx>
            <c:strRef>
              <c:f>main!$J$12</c:f>
              <c:strCache>
                <c:ptCount val="1"/>
                <c:pt idx="0">
                  <c:v>M</c:v>
                </c:pt>
              </c:strCache>
            </c:strRef>
          </c:tx>
          <c:spPr>
            <a:solidFill>
              <a:schemeClr val="bg2">
                <a:lumMod val="90000"/>
              </a:schemeClr>
            </a:solidFill>
            <a:ln>
              <a:noFill/>
            </a:ln>
            <a:effectLst/>
          </c:spPr>
          <c:invertIfNegative val="0"/>
          <c:cat>
            <c:strRef>
              <c:f>main!$K$11:$L$11</c:f>
              <c:strCache>
                <c:ptCount val="2"/>
                <c:pt idx="0">
                  <c:v>BBH</c:v>
                </c:pt>
                <c:pt idx="1">
                  <c:v>BBQ</c:v>
                </c:pt>
              </c:strCache>
            </c:strRef>
          </c:cat>
          <c:val>
            <c:numRef>
              <c:f>main!$K$12:$L$12</c:f>
              <c:numCache>
                <c:formatCode>0.0</c:formatCode>
                <c:ptCount val="2"/>
                <c:pt idx="0">
                  <c:v>26.145624999999999</c:v>
                </c:pt>
                <c:pt idx="1">
                  <c:v>24.727272727272727</c:v>
                </c:pt>
              </c:numCache>
            </c:numRef>
          </c:val>
          <c:extLst>
            <c:ext xmlns:c16="http://schemas.microsoft.com/office/drawing/2014/chart" uri="{C3380CC4-5D6E-409C-BE32-E72D297353CC}">
              <c16:uniqueId val="{00000000-F70E-C94C-BBF6-CAFAF3B7E164}"/>
            </c:ext>
          </c:extLst>
        </c:ser>
        <c:ser>
          <c:idx val="1"/>
          <c:order val="1"/>
          <c:tx>
            <c:strRef>
              <c:f>main!$J$13</c:f>
              <c:strCache>
                <c:ptCount val="1"/>
                <c:pt idx="0">
                  <c:v>M w/ corr</c:v>
                </c:pt>
              </c:strCache>
            </c:strRef>
          </c:tx>
          <c:spPr>
            <a:solidFill>
              <a:srgbClr val="92D050"/>
            </a:solidFill>
            <a:ln>
              <a:noFill/>
            </a:ln>
            <a:effectLst/>
          </c:spPr>
          <c:invertIfNegative val="0"/>
          <c:cat>
            <c:strRef>
              <c:f>main!$K$11:$L$11</c:f>
              <c:strCache>
                <c:ptCount val="2"/>
                <c:pt idx="0">
                  <c:v>BBH</c:v>
                </c:pt>
                <c:pt idx="1">
                  <c:v>BBQ</c:v>
                </c:pt>
              </c:strCache>
            </c:strRef>
          </c:cat>
          <c:val>
            <c:numRef>
              <c:f>main!$K$13:$L$13</c:f>
              <c:numCache>
                <c:formatCode>0.0</c:formatCode>
                <c:ptCount val="2"/>
                <c:pt idx="0">
                  <c:v>26.715625000000003</c:v>
                </c:pt>
                <c:pt idx="1">
                  <c:v>31.818181818181817</c:v>
                </c:pt>
              </c:numCache>
            </c:numRef>
          </c:val>
          <c:extLst>
            <c:ext xmlns:c16="http://schemas.microsoft.com/office/drawing/2014/chart" uri="{C3380CC4-5D6E-409C-BE32-E72D297353CC}">
              <c16:uniqueId val="{00000001-F70E-C94C-BBF6-CAFAF3B7E164}"/>
            </c:ext>
          </c:extLst>
        </c:ser>
        <c:ser>
          <c:idx val="2"/>
          <c:order val="2"/>
          <c:tx>
            <c:strRef>
              <c:f>main!$J$14</c:f>
              <c:strCache>
                <c:ptCount val="1"/>
                <c:pt idx="0">
                  <c:v>M w/ err</c:v>
                </c:pt>
              </c:strCache>
            </c:strRef>
          </c:tx>
          <c:spPr>
            <a:solidFill>
              <a:srgbClr val="00B050"/>
            </a:solidFill>
            <a:ln>
              <a:noFill/>
            </a:ln>
            <a:effectLst/>
          </c:spPr>
          <c:invertIfNegative val="0"/>
          <c:cat>
            <c:strRef>
              <c:f>main!$K$11:$L$11</c:f>
              <c:strCache>
                <c:ptCount val="2"/>
                <c:pt idx="0">
                  <c:v>BBH</c:v>
                </c:pt>
                <c:pt idx="1">
                  <c:v>BBQ</c:v>
                </c:pt>
              </c:strCache>
            </c:strRef>
          </c:cat>
          <c:val>
            <c:numRef>
              <c:f>main!$K$14:$L$14</c:f>
              <c:numCache>
                <c:formatCode>0.0</c:formatCode>
                <c:ptCount val="2"/>
                <c:pt idx="0">
                  <c:v>27.944375000000001</c:v>
                </c:pt>
                <c:pt idx="1">
                  <c:v>31.272727272727273</c:v>
                </c:pt>
              </c:numCache>
            </c:numRef>
          </c:val>
          <c:extLst>
            <c:ext xmlns:c16="http://schemas.microsoft.com/office/drawing/2014/chart" uri="{C3380CC4-5D6E-409C-BE32-E72D297353CC}">
              <c16:uniqueId val="{00000002-F70E-C94C-BBF6-CAFAF3B7E164}"/>
            </c:ext>
          </c:extLst>
        </c:ser>
        <c:ser>
          <c:idx val="3"/>
          <c:order val="3"/>
          <c:tx>
            <c:strRef>
              <c:f>main!$J$15</c:f>
              <c:strCache>
                <c:ptCount val="1"/>
                <c:pt idx="0">
                  <c:v>Self-refine</c:v>
                </c:pt>
              </c:strCache>
            </c:strRef>
          </c:tx>
          <c:spPr>
            <a:solidFill>
              <a:srgbClr val="0070C0"/>
            </a:solidFill>
            <a:ln>
              <a:noFill/>
            </a:ln>
            <a:effectLst/>
          </c:spPr>
          <c:invertIfNegative val="0"/>
          <c:cat>
            <c:strRef>
              <c:f>main!$K$11:$L$11</c:f>
              <c:strCache>
                <c:ptCount val="2"/>
                <c:pt idx="0">
                  <c:v>BBH</c:v>
                </c:pt>
                <c:pt idx="1">
                  <c:v>BBQ</c:v>
                </c:pt>
              </c:strCache>
            </c:strRef>
          </c:cat>
          <c:val>
            <c:numRef>
              <c:f>main!$K$15:$L$15</c:f>
              <c:numCache>
                <c:formatCode>0.0</c:formatCode>
                <c:ptCount val="2"/>
                <c:pt idx="0">
                  <c:v>9.8056249999999991</c:v>
                </c:pt>
                <c:pt idx="1">
                  <c:v>12.363636363636363</c:v>
                </c:pt>
              </c:numCache>
            </c:numRef>
          </c:val>
          <c:extLst>
            <c:ext xmlns:c16="http://schemas.microsoft.com/office/drawing/2014/chart" uri="{C3380CC4-5D6E-409C-BE32-E72D297353CC}">
              <c16:uniqueId val="{00000003-F70E-C94C-BBF6-CAFAF3B7E164}"/>
            </c:ext>
          </c:extLst>
        </c:ser>
        <c:ser>
          <c:idx val="4"/>
          <c:order val="4"/>
          <c:tx>
            <c:strRef>
              <c:f>main!$J$16</c:f>
              <c:strCache>
                <c:ptCount val="1"/>
                <c:pt idx="0">
                  <c:v>SALAM</c:v>
                </c:pt>
              </c:strCache>
            </c:strRef>
          </c:tx>
          <c:spPr>
            <a:solidFill>
              <a:schemeClr val="accent4"/>
            </a:solidFill>
            <a:ln>
              <a:noFill/>
            </a:ln>
            <a:effectLst/>
          </c:spPr>
          <c:invertIfNegative val="0"/>
          <c:cat>
            <c:strRef>
              <c:f>main!$K$11:$L$11</c:f>
              <c:strCache>
                <c:ptCount val="2"/>
                <c:pt idx="0">
                  <c:v>BBH</c:v>
                </c:pt>
                <c:pt idx="1">
                  <c:v>BBQ</c:v>
                </c:pt>
              </c:strCache>
            </c:strRef>
          </c:cat>
          <c:val>
            <c:numRef>
              <c:f>main!$K$16:$L$16</c:f>
              <c:numCache>
                <c:formatCode>0.0</c:formatCode>
                <c:ptCount val="2"/>
                <c:pt idx="0">
                  <c:v>28.7</c:v>
                </c:pt>
                <c:pt idx="1">
                  <c:v>34.909090909090907</c:v>
                </c:pt>
              </c:numCache>
            </c:numRef>
          </c:val>
          <c:extLst>
            <c:ext xmlns:c16="http://schemas.microsoft.com/office/drawing/2014/chart" uri="{C3380CC4-5D6E-409C-BE32-E72D297353CC}">
              <c16:uniqueId val="{00000004-F70E-C94C-BBF6-CAFAF3B7E164}"/>
            </c:ext>
          </c:extLst>
        </c:ser>
        <c:ser>
          <c:idx val="5"/>
          <c:order val="5"/>
          <c:tx>
            <c:strRef>
              <c:f>main!$J$17</c:f>
              <c:strCache>
                <c:ptCount val="1"/>
                <c:pt idx="0">
                  <c:v>SALAM w/ IL</c:v>
                </c:pt>
              </c:strCache>
            </c:strRef>
          </c:tx>
          <c:spPr>
            <a:solidFill>
              <a:schemeClr val="accent2"/>
            </a:solidFill>
            <a:ln>
              <a:noFill/>
            </a:ln>
            <a:effectLst/>
          </c:spPr>
          <c:invertIfNegative val="0"/>
          <c:cat>
            <c:strRef>
              <c:f>main!$K$11:$L$11</c:f>
              <c:strCache>
                <c:ptCount val="2"/>
                <c:pt idx="0">
                  <c:v>BBH</c:v>
                </c:pt>
                <c:pt idx="1">
                  <c:v>BBQ</c:v>
                </c:pt>
              </c:strCache>
            </c:strRef>
          </c:cat>
          <c:val>
            <c:numRef>
              <c:f>main!$K$17:$L$17</c:f>
              <c:numCache>
                <c:formatCode>0.0</c:formatCode>
                <c:ptCount val="2"/>
                <c:pt idx="0">
                  <c:v>30.4</c:v>
                </c:pt>
                <c:pt idx="1">
                  <c:v>37.299999999999997</c:v>
                </c:pt>
              </c:numCache>
            </c:numRef>
          </c:val>
          <c:extLst>
            <c:ext xmlns:c16="http://schemas.microsoft.com/office/drawing/2014/chart" uri="{C3380CC4-5D6E-409C-BE32-E72D297353CC}">
              <c16:uniqueId val="{00000005-F70E-C94C-BBF6-CAFAF3B7E164}"/>
            </c:ext>
          </c:extLst>
        </c:ser>
        <c:dLbls>
          <c:showLegendKey val="0"/>
          <c:showVal val="0"/>
          <c:showCatName val="0"/>
          <c:showSerName val="0"/>
          <c:showPercent val="0"/>
          <c:showBubbleSize val="0"/>
        </c:dLbls>
        <c:gapWidth val="219"/>
        <c:overlap val="-27"/>
        <c:axId val="316032864"/>
        <c:axId val="315800544"/>
      </c:barChart>
      <c:catAx>
        <c:axId val="31603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315800544"/>
        <c:crosses val="autoZero"/>
        <c:auto val="1"/>
        <c:lblAlgn val="ctr"/>
        <c:lblOffset val="100"/>
        <c:noMultiLvlLbl val="0"/>
      </c:catAx>
      <c:valAx>
        <c:axId val="315800544"/>
        <c:scaling>
          <c:orientation val="minMax"/>
          <c:min val="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3200" b="0" i="0" u="none" strike="noStrike" kern="1200" baseline="0">
                <a:solidFill>
                  <a:schemeClr val="tx1">
                    <a:lumMod val="65000"/>
                    <a:lumOff val="35000"/>
                  </a:schemeClr>
                </a:solidFill>
                <a:latin typeface="+mn-lt"/>
                <a:ea typeface="+mn-ea"/>
                <a:cs typeface="+mn-cs"/>
              </a:defRPr>
            </a:pPr>
            <a:endParaRPr lang="en-US"/>
          </a:p>
        </c:txPr>
        <c:crossAx val="3160328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32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4AB-F04F-8A91-06856C2DD886}"/>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D4AB-F04F-8A91-06856C2DD886}"/>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D4AB-F04F-8A91-06856C2DD886}"/>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D4AB-F04F-8A91-06856C2DD886}"/>
              </c:ext>
            </c:extLst>
          </c:dPt>
          <c:dLbls>
            <c:spPr>
              <a:noFill/>
              <a:ln>
                <a:noFill/>
              </a:ln>
              <a:effectLst/>
            </c:spPr>
            <c:txPr>
              <a:bodyPr rot="0" spcFirstLastPara="1" vertOverflow="ellipsis" vert="horz" wrap="square" anchor="ctr" anchorCtr="1"/>
              <a:lstStyle/>
              <a:p>
                <a:pPr>
                  <a:defRPr sz="4000" b="0" i="0" u="none" strike="noStrike" kern="1200" baseline="0">
                    <a:solidFill>
                      <a:schemeClr val="tx1">
                        <a:lumMod val="75000"/>
                        <a:lumOff val="25000"/>
                      </a:schemeClr>
                    </a:solidFill>
                    <a:latin typeface="Candara" panose="020E0502030303020204" pitchFamily="34" charset="0"/>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Sheet1!$A$3:$A$6</c:f>
              <c:strCache>
                <c:ptCount val="4"/>
                <c:pt idx="0">
                  <c:v>No change</c:v>
                </c:pt>
                <c:pt idx="1">
                  <c:v>Correct =&gt; Incorrect</c:v>
                </c:pt>
                <c:pt idx="2">
                  <c:v>Incorrect =&gt; Correct</c:v>
                </c:pt>
                <c:pt idx="3">
                  <c:v>Incorrect =&gt; Incorrect</c:v>
                </c:pt>
              </c:strCache>
            </c:strRef>
          </c:cat>
          <c:val>
            <c:numRef>
              <c:f>Sheet1!$B$3:$B$6</c:f>
              <c:numCache>
                <c:formatCode>0.00%</c:formatCode>
                <c:ptCount val="4"/>
                <c:pt idx="0">
                  <c:v>0.42799999999999999</c:v>
                </c:pt>
                <c:pt idx="1">
                  <c:v>0.39800000000000002</c:v>
                </c:pt>
                <c:pt idx="2">
                  <c:v>5.8000000000000003E-2</c:v>
                </c:pt>
                <c:pt idx="3">
                  <c:v>0.11600000000000001</c:v>
                </c:pt>
              </c:numCache>
            </c:numRef>
          </c:val>
          <c:extLst>
            <c:ext xmlns:c16="http://schemas.microsoft.com/office/drawing/2014/chart" uri="{C3380CC4-5D6E-409C-BE32-E72D297353CC}">
              <c16:uniqueId val="{00000008-D4AB-F04F-8A91-06856C2DD886}"/>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9011056932319426"/>
          <c:y val="7.0351400292501351E-2"/>
          <c:w val="0.26826707399687877"/>
          <c:h val="0.71394287582579552"/>
        </c:manualLayout>
      </c:layout>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3F8BC7-6D01-C540-B79D-B23D918C3886}" type="datetimeFigureOut">
              <a:rPr lang="en-US" smtClean="0"/>
              <a:t>11/30/23</a:t>
            </a:fld>
            <a:endParaRPr lang="en-US"/>
          </a:p>
        </p:txBody>
      </p:sp>
      <p:sp>
        <p:nvSpPr>
          <p:cNvPr id="4" name="Slide Image Placeholder 3"/>
          <p:cNvSpPr>
            <a:spLocks noGrp="1" noRot="1" noChangeAspect="1"/>
          </p:cNvSpPr>
          <p:nvPr>
            <p:ph type="sldImg" idx="2"/>
          </p:nvPr>
        </p:nvSpPr>
        <p:spPr>
          <a:xfrm>
            <a:off x="1404938" y="1143000"/>
            <a:ext cx="4048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676228-4D1F-354F-9377-4CD66B3B70ED}" type="slidenum">
              <a:rPr lang="en-US" smtClean="0"/>
              <a:t>‹#›</a:t>
            </a:fld>
            <a:endParaRPr lang="en-US"/>
          </a:p>
        </p:txBody>
      </p:sp>
    </p:spTree>
    <p:extLst>
      <p:ext uri="{BB962C8B-B14F-4D97-AF65-F5344CB8AC3E}">
        <p14:creationId xmlns:p14="http://schemas.microsoft.com/office/powerpoint/2010/main" val="863694501"/>
      </p:ext>
    </p:extLst>
  </p:cSld>
  <p:clrMap bg1="lt1" tx1="dk1" bg2="lt2" tx2="dk2" accent1="accent1" accent2="accent2" accent3="accent3" accent4="accent4" accent5="accent5" accent6="accent6" hlink="hlink" folHlink="folHlink"/>
  <p:notesStyle>
    <a:lvl1pPr marL="0" algn="l" defTabSz="846826" rtl="0" eaLnBrk="1" latinLnBrk="0" hangingPunct="1">
      <a:defRPr sz="1111" kern="1200">
        <a:solidFill>
          <a:schemeClr val="tx1"/>
        </a:solidFill>
        <a:latin typeface="+mn-lt"/>
        <a:ea typeface="+mn-ea"/>
        <a:cs typeface="+mn-cs"/>
      </a:defRPr>
    </a:lvl1pPr>
    <a:lvl2pPr marL="423413" algn="l" defTabSz="846826" rtl="0" eaLnBrk="1" latinLnBrk="0" hangingPunct="1">
      <a:defRPr sz="1111" kern="1200">
        <a:solidFill>
          <a:schemeClr val="tx1"/>
        </a:solidFill>
        <a:latin typeface="+mn-lt"/>
        <a:ea typeface="+mn-ea"/>
        <a:cs typeface="+mn-cs"/>
      </a:defRPr>
    </a:lvl2pPr>
    <a:lvl3pPr marL="846826" algn="l" defTabSz="846826" rtl="0" eaLnBrk="1" latinLnBrk="0" hangingPunct="1">
      <a:defRPr sz="1111" kern="1200">
        <a:solidFill>
          <a:schemeClr val="tx1"/>
        </a:solidFill>
        <a:latin typeface="+mn-lt"/>
        <a:ea typeface="+mn-ea"/>
        <a:cs typeface="+mn-cs"/>
      </a:defRPr>
    </a:lvl3pPr>
    <a:lvl4pPr marL="1270239" algn="l" defTabSz="846826" rtl="0" eaLnBrk="1" latinLnBrk="0" hangingPunct="1">
      <a:defRPr sz="1111" kern="1200">
        <a:solidFill>
          <a:schemeClr val="tx1"/>
        </a:solidFill>
        <a:latin typeface="+mn-lt"/>
        <a:ea typeface="+mn-ea"/>
        <a:cs typeface="+mn-cs"/>
      </a:defRPr>
    </a:lvl4pPr>
    <a:lvl5pPr marL="1693652" algn="l" defTabSz="846826" rtl="0" eaLnBrk="1" latinLnBrk="0" hangingPunct="1">
      <a:defRPr sz="1111" kern="1200">
        <a:solidFill>
          <a:schemeClr val="tx1"/>
        </a:solidFill>
        <a:latin typeface="+mn-lt"/>
        <a:ea typeface="+mn-ea"/>
        <a:cs typeface="+mn-cs"/>
      </a:defRPr>
    </a:lvl5pPr>
    <a:lvl6pPr marL="2117065" algn="l" defTabSz="846826" rtl="0" eaLnBrk="1" latinLnBrk="0" hangingPunct="1">
      <a:defRPr sz="1111" kern="1200">
        <a:solidFill>
          <a:schemeClr val="tx1"/>
        </a:solidFill>
        <a:latin typeface="+mn-lt"/>
        <a:ea typeface="+mn-ea"/>
        <a:cs typeface="+mn-cs"/>
      </a:defRPr>
    </a:lvl6pPr>
    <a:lvl7pPr marL="2540478" algn="l" defTabSz="846826" rtl="0" eaLnBrk="1" latinLnBrk="0" hangingPunct="1">
      <a:defRPr sz="1111" kern="1200">
        <a:solidFill>
          <a:schemeClr val="tx1"/>
        </a:solidFill>
        <a:latin typeface="+mn-lt"/>
        <a:ea typeface="+mn-ea"/>
        <a:cs typeface="+mn-cs"/>
      </a:defRPr>
    </a:lvl7pPr>
    <a:lvl8pPr marL="2963890" algn="l" defTabSz="846826" rtl="0" eaLnBrk="1" latinLnBrk="0" hangingPunct="1">
      <a:defRPr sz="1111" kern="1200">
        <a:solidFill>
          <a:schemeClr val="tx1"/>
        </a:solidFill>
        <a:latin typeface="+mn-lt"/>
        <a:ea typeface="+mn-ea"/>
        <a:cs typeface="+mn-cs"/>
      </a:defRPr>
    </a:lvl8pPr>
    <a:lvl9pPr marL="3387303" algn="l" defTabSz="846826" rtl="0" eaLnBrk="1" latinLnBrk="0" hangingPunct="1">
      <a:defRPr sz="11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04938" y="1143000"/>
            <a:ext cx="4048125"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676228-4D1F-354F-9377-4CD66B3B70ED}" type="slidenum">
              <a:rPr lang="en-US" smtClean="0"/>
              <a:t>1</a:t>
            </a:fld>
            <a:endParaRPr lang="en-US"/>
          </a:p>
        </p:txBody>
      </p:sp>
    </p:spTree>
    <p:extLst>
      <p:ext uri="{BB962C8B-B14F-4D97-AF65-F5344CB8AC3E}">
        <p14:creationId xmlns:p14="http://schemas.microsoft.com/office/powerpoint/2010/main" val="1151039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4788749"/>
            <a:ext cx="32644080" cy="10187093"/>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15368695"/>
            <a:ext cx="28803600" cy="7064585"/>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20FABC-7D01-1540-A41C-4028BC6ED8F2}" type="datetimeFigureOut">
              <a:rPr lang="en-US" smtClean="0"/>
              <a:t>11/30/23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1283631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FABC-7D01-1540-A41C-4028BC6ED8F2}" type="datetimeFigureOut">
              <a:rPr lang="en-US" smtClean="0"/>
              <a:t>11/30/23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4260795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7294888"/>
            <a:ext cx="33124140" cy="12171678"/>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19581715"/>
            <a:ext cx="33124140" cy="6400798"/>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20FABC-7D01-1540-A41C-4028BC6ED8F2}" type="datetimeFigureOut">
              <a:rPr lang="en-US" smtClean="0"/>
              <a:t>11/30/23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1474483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7789333"/>
            <a:ext cx="1632204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7789333"/>
            <a:ext cx="16322040" cy="18565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20FABC-7D01-1540-A41C-4028BC6ED8F2}" type="datetimeFigureOut">
              <a:rPr lang="en-US" smtClean="0"/>
              <a:t>11/30/23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1277147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557873"/>
            <a:ext cx="33124140" cy="565573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7172962"/>
            <a:ext cx="16247028" cy="3515358"/>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0688320"/>
            <a:ext cx="16247028"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7172962"/>
            <a:ext cx="16327042" cy="3515358"/>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0688320"/>
            <a:ext cx="16327042" cy="157209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20FABC-7D01-1540-A41C-4028BC6ED8F2}" type="datetimeFigureOut">
              <a:rPr lang="en-US" smtClean="0"/>
              <a:t>11/30/23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1608233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20FABC-7D01-1540-A41C-4028BC6ED8F2}" type="datetimeFigureOut">
              <a:rPr lang="en-US" smtClean="0"/>
              <a:t>11/30/23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3359575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20FABC-7D01-1540-A41C-4028BC6ED8F2}" type="datetimeFigureOut">
              <a:rPr lang="en-US" smtClean="0"/>
              <a:t>11/30/23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748512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950720"/>
            <a:ext cx="12386548" cy="68275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4213020"/>
            <a:ext cx="19442430" cy="20794133"/>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8778240"/>
            <a:ext cx="12386548" cy="16262775"/>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2020FABC-7D01-1540-A41C-4028BC6ED8F2}" type="datetimeFigureOut">
              <a:rPr lang="en-US" smtClean="0"/>
              <a:t>11/30/23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1675183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1950720"/>
            <a:ext cx="12386548" cy="68275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4213020"/>
            <a:ext cx="19442430" cy="20794133"/>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8778240"/>
            <a:ext cx="12386548" cy="16262775"/>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2020FABC-7D01-1540-A41C-4028BC6ED8F2}" type="datetimeFigureOut">
              <a:rPr lang="en-US" smtClean="0"/>
              <a:t>11/30/23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1026352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FABC-7D01-1540-A41C-4028BC6ED8F2}" type="datetimeFigureOut">
              <a:rPr lang="en-US" smtClean="0"/>
              <a:t>11/30/23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2914229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1557867"/>
            <a:ext cx="8281035" cy="2479717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1557867"/>
            <a:ext cx="24363045" cy="2479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FABC-7D01-1540-A41C-4028BC6ED8F2}" type="datetimeFigureOut">
              <a:rPr lang="en-US" smtClean="0"/>
              <a:t>11/30/23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210A7C-A267-CB43-8F67-43FE17A94B96}" type="slidenum">
              <a:rPr lang="en-US" smtClean="0"/>
              <a:t>‹#›</a:t>
            </a:fld>
            <a:endParaRPr lang="en-US"/>
          </a:p>
        </p:txBody>
      </p:sp>
    </p:spTree>
    <p:extLst>
      <p:ext uri="{BB962C8B-B14F-4D97-AF65-F5344CB8AC3E}">
        <p14:creationId xmlns:p14="http://schemas.microsoft.com/office/powerpoint/2010/main" val="2669567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1557873"/>
            <a:ext cx="33124140" cy="56557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7789333"/>
            <a:ext cx="33124140" cy="185657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27120433"/>
            <a:ext cx="8641080" cy="1557867"/>
          </a:xfrm>
          <a:prstGeom prst="rect">
            <a:avLst/>
          </a:prstGeom>
        </p:spPr>
        <p:txBody>
          <a:bodyPr vert="horz" lIns="91440" tIns="45720" rIns="91440" bIns="45720" rtlCol="0" anchor="ctr"/>
          <a:lstStyle>
            <a:lvl1pPr algn="l">
              <a:defRPr sz="5040">
                <a:solidFill>
                  <a:schemeClr val="tx1">
                    <a:tint val="75000"/>
                  </a:schemeClr>
                </a:solidFill>
              </a:defRPr>
            </a:lvl1pPr>
          </a:lstStyle>
          <a:p>
            <a:fld id="{2020FABC-7D01-1540-A41C-4028BC6ED8F2}" type="datetimeFigureOut">
              <a:rPr lang="en-US" smtClean="0"/>
              <a:t>11/30/23</a:t>
            </a:fld>
            <a:endParaRPr lang="en-US"/>
          </a:p>
        </p:txBody>
      </p:sp>
      <p:sp>
        <p:nvSpPr>
          <p:cNvPr id="5" name="Footer Placeholder 4"/>
          <p:cNvSpPr>
            <a:spLocks noGrp="1"/>
          </p:cNvSpPr>
          <p:nvPr>
            <p:ph type="ftr" sz="quarter" idx="3"/>
          </p:nvPr>
        </p:nvSpPr>
        <p:spPr>
          <a:xfrm>
            <a:off x="12721590" y="27120433"/>
            <a:ext cx="12961620" cy="1557867"/>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27120433"/>
            <a:ext cx="8641080" cy="1557867"/>
          </a:xfrm>
          <a:prstGeom prst="rect">
            <a:avLst/>
          </a:prstGeom>
        </p:spPr>
        <p:txBody>
          <a:bodyPr vert="horz" lIns="91440" tIns="45720" rIns="91440" bIns="45720" rtlCol="0" anchor="ctr"/>
          <a:lstStyle>
            <a:lvl1pPr algn="r">
              <a:defRPr sz="5040">
                <a:solidFill>
                  <a:schemeClr val="tx1">
                    <a:tint val="75000"/>
                  </a:schemeClr>
                </a:solidFill>
              </a:defRPr>
            </a:lvl1pPr>
          </a:lstStyle>
          <a:p>
            <a:fld id="{C9210A7C-A267-CB43-8F67-43FE17A94B96}" type="slidenum">
              <a:rPr lang="en-US" smtClean="0"/>
              <a:t>‹#›</a:t>
            </a:fld>
            <a:endParaRPr lang="en-US"/>
          </a:p>
        </p:txBody>
      </p:sp>
    </p:spTree>
    <p:extLst>
      <p:ext uri="{BB962C8B-B14F-4D97-AF65-F5344CB8AC3E}">
        <p14:creationId xmlns:p14="http://schemas.microsoft.com/office/powerpoint/2010/main" val="267997034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7.png"/><Relationship Id="rId18" Type="http://schemas.openxmlformats.org/officeDocument/2006/relationships/image" Target="../media/image12.png"/><Relationship Id="rId3" Type="http://schemas.openxmlformats.org/officeDocument/2006/relationships/image" Target="../media/image1.png"/><Relationship Id="rId21" Type="http://schemas.openxmlformats.org/officeDocument/2006/relationships/image" Target="../media/image14.png"/><Relationship Id="rId7" Type="http://schemas.openxmlformats.org/officeDocument/2006/relationships/image" Target="../media/image5.png"/><Relationship Id="rId12" Type="http://schemas.openxmlformats.org/officeDocument/2006/relationships/chart" Target="../charts/chart4.xml"/><Relationship Id="rId17" Type="http://schemas.openxmlformats.org/officeDocument/2006/relationships/image" Target="../media/image11.png"/><Relationship Id="rId2" Type="http://schemas.openxmlformats.org/officeDocument/2006/relationships/notesSlide" Target="../notesSlides/notesSlide1.xml"/><Relationship Id="rId16" Type="http://schemas.openxmlformats.org/officeDocument/2006/relationships/image" Target="../media/image10.svg"/><Relationship Id="rId20" Type="http://schemas.openxmlformats.org/officeDocument/2006/relationships/chart" Target="../charts/chart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chart" Target="../charts/chart3.xml"/><Relationship Id="rId5" Type="http://schemas.openxmlformats.org/officeDocument/2006/relationships/image" Target="../media/image3.png"/><Relationship Id="rId15" Type="http://schemas.openxmlformats.org/officeDocument/2006/relationships/image" Target="../media/image9.png"/><Relationship Id="rId10" Type="http://schemas.openxmlformats.org/officeDocument/2006/relationships/chart" Target="../charts/chart2.xml"/><Relationship Id="rId19"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chart" Target="../charts/chart1.xml"/><Relationship Id="rId1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itle 1">
            <a:extLst>
              <a:ext uri="{FF2B5EF4-FFF2-40B4-BE49-F238E27FC236}">
                <a16:creationId xmlns:a16="http://schemas.microsoft.com/office/drawing/2014/main" id="{9CC77DBE-877C-0959-EC02-8AF3AF85BC7A}"/>
              </a:ext>
            </a:extLst>
          </p:cNvPr>
          <p:cNvSpPr txBox="1">
            <a:spLocks/>
          </p:cNvSpPr>
          <p:nvPr/>
        </p:nvSpPr>
        <p:spPr>
          <a:xfrm>
            <a:off x="6106061" y="113654"/>
            <a:ext cx="26327882" cy="2446557"/>
          </a:xfrm>
          <a:prstGeom prst="rect">
            <a:avLst/>
          </a:prstGeom>
          <a:noFill/>
        </p:spPr>
        <p:txBody>
          <a:bodyPr vert="horz" wrap="square" lIns="59681" tIns="29840" rIns="59681" bIns="29840" rtlCol="0" anchor="b">
            <a:spAutoFit/>
          </a:bodyPr>
          <a:lstStyle>
            <a:lvl1pPr algn="ctr" defTabSz="3017520" rtl="0" eaLnBrk="1" latinLnBrk="0" hangingPunct="1">
              <a:lnSpc>
                <a:spcPct val="90000"/>
              </a:lnSpc>
              <a:spcBef>
                <a:spcPct val="0"/>
              </a:spcBef>
              <a:buNone/>
              <a:defRPr sz="19800" kern="1200">
                <a:solidFill>
                  <a:schemeClr val="tx1"/>
                </a:solidFill>
                <a:latin typeface="+mj-lt"/>
                <a:ea typeface="+mj-ea"/>
                <a:cs typeface="+mj-cs"/>
              </a:defRPr>
            </a:lvl1pPr>
          </a:lstStyle>
          <a:p>
            <a:r>
              <a:rPr lang="en-US" sz="8615" b="1" dirty="0">
                <a:solidFill>
                  <a:srgbClr val="C00000"/>
                </a:solidFill>
              </a:rPr>
              <a:t>Learning from Mistakes via Cooperative Study Assistant for Large Language Models</a:t>
            </a:r>
            <a:endParaRPr lang="en-US" sz="8615" b="1" dirty="0">
              <a:solidFill>
                <a:srgbClr val="C00000"/>
              </a:solidFill>
              <a:latin typeface="Candara" panose="020E0502030303020204" pitchFamily="34" charset="0"/>
              <a:ea typeface="Avenir Next" charset="0"/>
              <a:cs typeface="Avenir Next" charset="0"/>
            </a:endParaRPr>
          </a:p>
        </p:txBody>
      </p:sp>
      <p:sp>
        <p:nvSpPr>
          <p:cNvPr id="437" name="TextBox 436">
            <a:extLst>
              <a:ext uri="{FF2B5EF4-FFF2-40B4-BE49-F238E27FC236}">
                <a16:creationId xmlns:a16="http://schemas.microsoft.com/office/drawing/2014/main" id="{5C3572A3-F978-92FB-4A6B-D22091FE326F}"/>
              </a:ext>
            </a:extLst>
          </p:cNvPr>
          <p:cNvSpPr txBox="1"/>
          <p:nvPr/>
        </p:nvSpPr>
        <p:spPr>
          <a:xfrm>
            <a:off x="21356807" y="2768885"/>
            <a:ext cx="5656251" cy="644792"/>
          </a:xfrm>
          <a:prstGeom prst="rect">
            <a:avLst/>
          </a:prstGeom>
          <a:noFill/>
        </p:spPr>
        <p:txBody>
          <a:bodyPr wrap="square" lIns="119362" rIns="119362" rtlCol="0">
            <a:spAutoFit/>
          </a:bodyPr>
          <a:lstStyle>
            <a:defPPr>
              <a:defRPr lang="en-US"/>
            </a:defPPr>
            <a:lvl1pPr>
              <a:lnSpc>
                <a:spcPct val="120000"/>
              </a:lnSpc>
              <a:defRPr sz="4000">
                <a:latin typeface="Avenir Next" charset="0"/>
                <a:ea typeface="Avenir Next" charset="0"/>
                <a:cs typeface="Avenir Next" charset="0"/>
              </a:defRPr>
            </a:lvl1pPr>
          </a:lstStyle>
          <a:p>
            <a:pPr algn="ctr">
              <a:lnSpc>
                <a:spcPct val="100000"/>
              </a:lnSpc>
            </a:pPr>
            <a:r>
              <a:rPr lang="en-US" altLang="zh-CN" sz="3590" dirty="0">
                <a:latin typeface="Candara" panose="020E0502030303020204" pitchFamily="34" charset="0"/>
              </a:rPr>
              <a:t>Lei Li</a:t>
            </a:r>
            <a:r>
              <a:rPr lang="zh-CN" altLang="en-US" sz="3590" dirty="0">
                <a:latin typeface="Candara" panose="020E0502030303020204" pitchFamily="34" charset="0"/>
              </a:rPr>
              <a:t>      </a:t>
            </a:r>
            <a:r>
              <a:rPr lang="en-US" altLang="zh-CN" sz="3590" dirty="0" err="1">
                <a:latin typeface="Candara" panose="020E0502030303020204" pitchFamily="34" charset="0"/>
              </a:rPr>
              <a:t>leili@cs.cmu.edu</a:t>
            </a:r>
            <a:endParaRPr lang="en-US" altLang="zh-CN" sz="3590" dirty="0">
              <a:latin typeface="Candara" panose="020E0502030303020204" pitchFamily="34" charset="0"/>
            </a:endParaRPr>
          </a:p>
        </p:txBody>
      </p:sp>
      <p:sp>
        <p:nvSpPr>
          <p:cNvPr id="438" name="TextBox 437">
            <a:extLst>
              <a:ext uri="{FF2B5EF4-FFF2-40B4-BE49-F238E27FC236}">
                <a16:creationId xmlns:a16="http://schemas.microsoft.com/office/drawing/2014/main" id="{9FD74276-1D86-2ABA-DA14-D887494374B2}"/>
              </a:ext>
            </a:extLst>
          </p:cNvPr>
          <p:cNvSpPr txBox="1"/>
          <p:nvPr/>
        </p:nvSpPr>
        <p:spPr>
          <a:xfrm>
            <a:off x="8828492" y="2768885"/>
            <a:ext cx="9957081" cy="644792"/>
          </a:xfrm>
          <a:prstGeom prst="rect">
            <a:avLst/>
          </a:prstGeom>
          <a:noFill/>
        </p:spPr>
        <p:txBody>
          <a:bodyPr wrap="square" lIns="119362" rIns="119362" rtlCol="0">
            <a:spAutoFit/>
          </a:bodyPr>
          <a:lstStyle>
            <a:defPPr>
              <a:defRPr lang="en-US"/>
            </a:defPPr>
            <a:lvl1pPr>
              <a:lnSpc>
                <a:spcPct val="120000"/>
              </a:lnSpc>
              <a:defRPr sz="4000">
                <a:latin typeface="Avenir Next" charset="0"/>
                <a:ea typeface="Avenir Next" charset="0"/>
                <a:cs typeface="Avenir Next" charset="0"/>
              </a:defRPr>
            </a:lvl1pPr>
          </a:lstStyle>
          <a:p>
            <a:pPr algn="ctr">
              <a:lnSpc>
                <a:spcPct val="100000"/>
              </a:lnSpc>
            </a:pPr>
            <a:r>
              <a:rPr lang="en-US" altLang="zh-CN" sz="3590" i="1" dirty="0" err="1">
                <a:latin typeface="Candara" panose="020E0502030303020204" pitchFamily="34" charset="0"/>
              </a:rPr>
              <a:t>Danqing</a:t>
            </a:r>
            <a:r>
              <a:rPr lang="en-US" altLang="zh-CN" sz="3590" i="1" dirty="0">
                <a:latin typeface="Candara" panose="020E0502030303020204" pitchFamily="34" charset="0"/>
              </a:rPr>
              <a:t> Wang</a:t>
            </a:r>
            <a:r>
              <a:rPr lang="zh-CN" altLang="en-US" sz="3590" i="1" dirty="0">
                <a:latin typeface="Candara" panose="020E0502030303020204" pitchFamily="34" charset="0"/>
              </a:rPr>
              <a:t>       </a:t>
            </a:r>
            <a:r>
              <a:rPr lang="en-US" altLang="zh-CN" sz="3590" i="1" dirty="0" err="1">
                <a:latin typeface="Candara" panose="020E0502030303020204" pitchFamily="34" charset="0"/>
              </a:rPr>
              <a:t>danqingwang@ucsb.edu</a:t>
            </a:r>
            <a:endParaRPr lang="en-US" altLang="zh-CN" sz="3590" i="1" dirty="0">
              <a:latin typeface="Candara" panose="020E0502030303020204" pitchFamily="34" charset="0"/>
            </a:endParaRPr>
          </a:p>
        </p:txBody>
      </p:sp>
      <p:grpSp>
        <p:nvGrpSpPr>
          <p:cNvPr id="2" name="Group 1">
            <a:extLst>
              <a:ext uri="{FF2B5EF4-FFF2-40B4-BE49-F238E27FC236}">
                <a16:creationId xmlns:a16="http://schemas.microsoft.com/office/drawing/2014/main" id="{1ED2EAA2-E98C-823B-2A1F-176BB7D99E40}"/>
              </a:ext>
            </a:extLst>
          </p:cNvPr>
          <p:cNvGrpSpPr/>
          <p:nvPr/>
        </p:nvGrpSpPr>
        <p:grpSpPr>
          <a:xfrm>
            <a:off x="3643350" y="32627"/>
            <a:ext cx="1808271" cy="1808271"/>
            <a:chOff x="4470480" y="2810478"/>
            <a:chExt cx="2857500" cy="2857500"/>
          </a:xfrm>
        </p:grpSpPr>
        <p:pic>
          <p:nvPicPr>
            <p:cNvPr id="3" name="Picture 2">
              <a:extLst>
                <a:ext uri="{FF2B5EF4-FFF2-40B4-BE49-F238E27FC236}">
                  <a16:creationId xmlns:a16="http://schemas.microsoft.com/office/drawing/2014/main" id="{58F7BE59-3185-44C9-63E7-143F58A46D4F}"/>
                </a:ext>
              </a:extLst>
            </p:cNvPr>
            <p:cNvPicPr>
              <a:picLocks noChangeAspect="1"/>
            </p:cNvPicPr>
            <p:nvPr/>
          </p:nvPicPr>
          <p:blipFill>
            <a:blip r:embed="rId3"/>
            <a:stretch>
              <a:fillRect/>
            </a:stretch>
          </p:blipFill>
          <p:spPr>
            <a:xfrm>
              <a:off x="4470480" y="2810478"/>
              <a:ext cx="2857500" cy="2857500"/>
            </a:xfrm>
            <a:prstGeom prst="rect">
              <a:avLst/>
            </a:prstGeom>
          </p:spPr>
        </p:pic>
        <p:pic>
          <p:nvPicPr>
            <p:cNvPr id="4" name="Picture 3">
              <a:extLst>
                <a:ext uri="{FF2B5EF4-FFF2-40B4-BE49-F238E27FC236}">
                  <a16:creationId xmlns:a16="http://schemas.microsoft.com/office/drawing/2014/main" id="{973110FC-EDC1-2D9C-F66E-4F2FF33C3D69}"/>
                </a:ext>
              </a:extLst>
            </p:cNvPr>
            <p:cNvPicPr>
              <a:picLocks noChangeAspect="1"/>
            </p:cNvPicPr>
            <p:nvPr/>
          </p:nvPicPr>
          <p:blipFill>
            <a:blip r:embed="rId4"/>
            <a:stretch>
              <a:fillRect/>
            </a:stretch>
          </p:blipFill>
          <p:spPr>
            <a:xfrm>
              <a:off x="5572126" y="3888974"/>
              <a:ext cx="677358" cy="677358"/>
            </a:xfrm>
            <a:prstGeom prst="rect">
              <a:avLst/>
            </a:prstGeom>
          </p:spPr>
        </p:pic>
      </p:grpSp>
      <p:pic>
        <p:nvPicPr>
          <p:cNvPr id="5" name="Picture 2">
            <a:extLst>
              <a:ext uri="{FF2B5EF4-FFF2-40B4-BE49-F238E27FC236}">
                <a16:creationId xmlns:a16="http://schemas.microsoft.com/office/drawing/2014/main" id="{6445A281-D56D-A9BE-DF06-8D3B2C67FEF8}"/>
              </a:ext>
            </a:extLst>
          </p:cNvPr>
          <p:cNvPicPr>
            <a:picLocks noChangeAspect="1" noChangeArrowheads="1"/>
          </p:cNvPicPr>
          <p:nvPr/>
        </p:nvPicPr>
        <p:blipFill>
          <a:blip r:embed="rId5">
            <a:clrChange>
              <a:clrFrom>
                <a:srgbClr val="FFFFFF">
                  <a:alpha val="0"/>
                </a:srgbClr>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619535" y="1031696"/>
            <a:ext cx="5175106" cy="14295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UC Santa Barbara Primary Wordmarks">
            <a:extLst>
              <a:ext uri="{FF2B5EF4-FFF2-40B4-BE49-F238E27FC236}">
                <a16:creationId xmlns:a16="http://schemas.microsoft.com/office/drawing/2014/main" id="{BC384D6D-43D2-8AFB-38C8-52029D09D00C}"/>
              </a:ext>
            </a:extLst>
          </p:cNvPr>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2778" t="1534" r="3459" b="55325"/>
          <a:stretch/>
        </p:blipFill>
        <p:spPr bwMode="auto">
          <a:xfrm>
            <a:off x="32320852" y="-199986"/>
            <a:ext cx="5895158" cy="1808271"/>
          </a:xfrm>
          <a:prstGeom prst="rect">
            <a:avLst/>
          </a:prstGeom>
          <a:noFill/>
          <a:extLst>
            <a:ext uri="{909E8E84-426E-40DD-AFC4-6F175D3DCCD1}">
              <a14:hiddenFill xmlns:a14="http://schemas.microsoft.com/office/drawing/2010/main">
                <a:solidFill>
                  <a:srgbClr val="FFFFFF"/>
                </a:solidFill>
              </a14:hiddenFill>
            </a:ext>
          </a:extLst>
        </p:spPr>
      </p:pic>
      <p:sp>
        <p:nvSpPr>
          <p:cNvPr id="273" name="TextBox 272">
            <a:extLst>
              <a:ext uri="{FF2B5EF4-FFF2-40B4-BE49-F238E27FC236}">
                <a16:creationId xmlns:a16="http://schemas.microsoft.com/office/drawing/2014/main" id="{348F0363-DDEA-2869-5F77-2D50360CC7ED}"/>
              </a:ext>
            </a:extLst>
          </p:cNvPr>
          <p:cNvSpPr txBox="1"/>
          <p:nvPr/>
        </p:nvSpPr>
        <p:spPr>
          <a:xfrm>
            <a:off x="25982552" y="19172394"/>
            <a:ext cx="11060135" cy="917871"/>
          </a:xfrm>
          <a:prstGeom prst="rect">
            <a:avLst/>
          </a:prstGeom>
          <a:noFill/>
        </p:spPr>
        <p:txBody>
          <a:bodyPr wrap="square" rtlCol="0">
            <a:spAutoFit/>
          </a:bodyPr>
          <a:lstStyle/>
          <a:p>
            <a:pPr algn="ctr"/>
            <a:r>
              <a:rPr lang="en-US" altLang="zh-CN" sz="5384" b="1" dirty="0">
                <a:latin typeface="+mj-lt"/>
                <a:ea typeface="Avenir Next" charset="0"/>
                <a:cs typeface="Avenir Next" charset="0"/>
              </a:rPr>
              <a:t>Case Study</a:t>
            </a:r>
            <a:endParaRPr lang="en-US" sz="5384" b="1" dirty="0">
              <a:latin typeface="+mj-lt"/>
              <a:ea typeface="Avenir Next" charset="0"/>
              <a:cs typeface="Avenir Next" charset="0"/>
            </a:endParaRPr>
          </a:p>
        </p:txBody>
      </p:sp>
      <p:cxnSp>
        <p:nvCxnSpPr>
          <p:cNvPr id="326" name="Straight Connector 325">
            <a:extLst>
              <a:ext uri="{FF2B5EF4-FFF2-40B4-BE49-F238E27FC236}">
                <a16:creationId xmlns:a16="http://schemas.microsoft.com/office/drawing/2014/main" id="{5E3822E8-6474-1D1C-A689-536AC6CE22C4}"/>
              </a:ext>
            </a:extLst>
          </p:cNvPr>
          <p:cNvCxnSpPr>
            <a:cxnSpLocks/>
          </p:cNvCxnSpPr>
          <p:nvPr/>
        </p:nvCxnSpPr>
        <p:spPr>
          <a:xfrm>
            <a:off x="24679215" y="19964078"/>
            <a:ext cx="13536795" cy="0"/>
          </a:xfrm>
          <a:prstGeom prst="line">
            <a:avLst/>
          </a:prstGeom>
          <a:ln w="63500" cap="flat">
            <a:gradFill flip="none" rotWithShape="1">
              <a:gsLst>
                <a:gs pos="0">
                  <a:schemeClr val="accent1">
                    <a:lumMod val="5000"/>
                    <a:lumOff val="95000"/>
                  </a:schemeClr>
                </a:gs>
                <a:gs pos="50000">
                  <a:schemeClr val="tx1">
                    <a:lumMod val="50000"/>
                    <a:lumOff val="50000"/>
                  </a:schemeClr>
                </a:gs>
                <a:gs pos="100000">
                  <a:schemeClr val="bg1">
                    <a:lumMod val="5000"/>
                    <a:lumOff val="95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4D720A47-8976-85BD-2EAB-BC78C1E5E9C9}"/>
              </a:ext>
            </a:extLst>
          </p:cNvPr>
          <p:cNvGrpSpPr/>
          <p:nvPr/>
        </p:nvGrpSpPr>
        <p:grpSpPr>
          <a:xfrm>
            <a:off x="23750294" y="21130666"/>
            <a:ext cx="8157531" cy="7591096"/>
            <a:chOff x="9157611" y="32262752"/>
            <a:chExt cx="9119819" cy="8593961"/>
          </a:xfrm>
        </p:grpSpPr>
        <p:pic>
          <p:nvPicPr>
            <p:cNvPr id="8" name="Picture 7">
              <a:extLst>
                <a:ext uri="{FF2B5EF4-FFF2-40B4-BE49-F238E27FC236}">
                  <a16:creationId xmlns:a16="http://schemas.microsoft.com/office/drawing/2014/main" id="{15A145E4-326A-E0A4-17B4-6EB1C7DDB353}"/>
                </a:ext>
              </a:extLst>
            </p:cNvPr>
            <p:cNvPicPr>
              <a:picLocks noChangeAspect="1"/>
            </p:cNvPicPr>
            <p:nvPr/>
          </p:nvPicPr>
          <p:blipFill>
            <a:blip r:embed="rId4"/>
            <a:stretch>
              <a:fillRect/>
            </a:stretch>
          </p:blipFill>
          <p:spPr>
            <a:xfrm>
              <a:off x="10224538" y="34186443"/>
              <a:ext cx="1262656" cy="1368466"/>
            </a:xfrm>
            <a:prstGeom prst="rect">
              <a:avLst/>
            </a:prstGeom>
          </p:spPr>
        </p:pic>
        <p:pic>
          <p:nvPicPr>
            <p:cNvPr id="9" name="Picture 8">
              <a:extLst>
                <a:ext uri="{FF2B5EF4-FFF2-40B4-BE49-F238E27FC236}">
                  <a16:creationId xmlns:a16="http://schemas.microsoft.com/office/drawing/2014/main" id="{1201996B-DAC4-F69D-ACA5-7A093B7D77EC}"/>
                </a:ext>
              </a:extLst>
            </p:cNvPr>
            <p:cNvPicPr>
              <a:picLocks noChangeAspect="1"/>
            </p:cNvPicPr>
            <p:nvPr/>
          </p:nvPicPr>
          <p:blipFill>
            <a:blip r:embed="rId7"/>
            <a:stretch>
              <a:fillRect/>
            </a:stretch>
          </p:blipFill>
          <p:spPr>
            <a:xfrm>
              <a:off x="16932426" y="38754407"/>
              <a:ext cx="1345004" cy="1370656"/>
            </a:xfrm>
            <a:prstGeom prst="rect">
              <a:avLst/>
            </a:prstGeom>
          </p:spPr>
        </p:pic>
        <p:sp>
          <p:nvSpPr>
            <p:cNvPr id="10" name="Rounded Rectangle 9">
              <a:extLst>
                <a:ext uri="{FF2B5EF4-FFF2-40B4-BE49-F238E27FC236}">
                  <a16:creationId xmlns:a16="http://schemas.microsoft.com/office/drawing/2014/main" id="{43021F52-E6D5-2A45-36FD-67869903EEC4}"/>
                </a:ext>
              </a:extLst>
            </p:cNvPr>
            <p:cNvSpPr/>
            <p:nvPr/>
          </p:nvSpPr>
          <p:spPr>
            <a:xfrm>
              <a:off x="11768567" y="36636550"/>
              <a:ext cx="5910284" cy="2231715"/>
            </a:xfrm>
            <a:prstGeom prst="round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513" b="1" i="1" dirty="0">
                  <a:solidFill>
                    <a:schemeClr val="tx1"/>
                  </a:solidFill>
                </a:rPr>
                <a:t>Guideline</a:t>
              </a:r>
              <a:r>
                <a:rPr lang="en-US" sz="2513" i="1" dirty="0">
                  <a:solidFill>
                    <a:schemeClr val="tx1"/>
                  </a:solidFill>
                </a:rPr>
                <a:t>: the general rules of adjective order in English, </a:t>
              </a:r>
              <a:r>
                <a:rPr lang="en-US" sz="2513" i="1" dirty="0">
                  <a:solidFill>
                    <a:schemeClr val="accent2"/>
                  </a:solidFill>
                </a:rPr>
                <a:t>such as opinion, size, age, shape, color, origin, material, and purpose</a:t>
              </a:r>
              <a:r>
                <a:rPr lang="en-US" sz="2513" i="1" dirty="0">
                  <a:solidFill>
                    <a:schemeClr val="tx1"/>
                  </a:solidFill>
                </a:rPr>
                <a:t>.</a:t>
              </a:r>
            </a:p>
          </p:txBody>
        </p:sp>
        <p:sp>
          <p:nvSpPr>
            <p:cNvPr id="11" name="TextBox 10">
              <a:extLst>
                <a:ext uri="{FF2B5EF4-FFF2-40B4-BE49-F238E27FC236}">
                  <a16:creationId xmlns:a16="http://schemas.microsoft.com/office/drawing/2014/main" id="{D06257D1-BCF3-8949-F593-F99B60EA6356}"/>
                </a:ext>
              </a:extLst>
            </p:cNvPr>
            <p:cNvSpPr txBox="1"/>
            <p:nvPr/>
          </p:nvSpPr>
          <p:spPr>
            <a:xfrm>
              <a:off x="17096304" y="40305119"/>
              <a:ext cx="1097574" cy="540753"/>
            </a:xfrm>
            <a:prstGeom prst="rect">
              <a:avLst/>
            </a:prstGeom>
            <a:noFill/>
          </p:spPr>
          <p:txBody>
            <a:bodyPr wrap="square" rtlCol="0">
              <a:spAutoFit/>
            </a:bodyPr>
            <a:lstStyle/>
            <a:p>
              <a:pPr algn="ctr"/>
              <a:r>
                <a:rPr lang="en-US" sz="2872" b="1" dirty="0"/>
                <a:t>LLM</a:t>
              </a:r>
              <a:endParaRPr lang="en-US" sz="2513" b="1" dirty="0"/>
            </a:p>
          </p:txBody>
        </p:sp>
        <p:sp>
          <p:nvSpPr>
            <p:cNvPr id="12" name="TextBox 11">
              <a:extLst>
                <a:ext uri="{FF2B5EF4-FFF2-40B4-BE49-F238E27FC236}">
                  <a16:creationId xmlns:a16="http://schemas.microsoft.com/office/drawing/2014/main" id="{15A28A12-9A98-514F-8E13-A2859444BF26}"/>
                </a:ext>
              </a:extLst>
            </p:cNvPr>
            <p:cNvSpPr txBox="1"/>
            <p:nvPr/>
          </p:nvSpPr>
          <p:spPr>
            <a:xfrm>
              <a:off x="10441877" y="32262752"/>
              <a:ext cx="7454313" cy="1560590"/>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oAutofit/>
            </a:bodyPr>
            <a:lstStyle/>
            <a:p>
              <a:r>
                <a:rPr lang="en-US" sz="2513" i="1" dirty="0"/>
                <a:t>Which sentence has the correct adjective order:</a:t>
              </a:r>
            </a:p>
            <a:p>
              <a:pPr marL="307723" indent="-307723">
                <a:buAutoNum type="alphaUcParenBoth"/>
              </a:pPr>
              <a:r>
                <a:rPr lang="en-US" sz="2513" i="1" dirty="0"/>
                <a:t>red little silly cloth eating rectangular sock</a:t>
              </a:r>
            </a:p>
            <a:p>
              <a:pPr marL="307723" indent="-307723">
                <a:buAutoNum type="alphaUcParenBoth"/>
              </a:pPr>
              <a:r>
                <a:rPr lang="en-US" sz="2513" i="1" dirty="0"/>
                <a:t>silly little rectangular red cloth eating sock</a:t>
              </a:r>
            </a:p>
          </p:txBody>
        </p:sp>
        <p:pic>
          <p:nvPicPr>
            <p:cNvPr id="13" name="Picture 12">
              <a:extLst>
                <a:ext uri="{FF2B5EF4-FFF2-40B4-BE49-F238E27FC236}">
                  <a16:creationId xmlns:a16="http://schemas.microsoft.com/office/drawing/2014/main" id="{D45B82E0-D35D-3735-56DD-069E56DE8ED3}"/>
                </a:ext>
              </a:extLst>
            </p:cNvPr>
            <p:cNvPicPr>
              <a:picLocks noChangeAspect="1"/>
            </p:cNvPicPr>
            <p:nvPr/>
          </p:nvPicPr>
          <p:blipFill>
            <a:blip r:embed="rId8"/>
            <a:stretch>
              <a:fillRect/>
            </a:stretch>
          </p:blipFill>
          <p:spPr>
            <a:xfrm>
              <a:off x="10008217" y="38547367"/>
              <a:ext cx="1732790" cy="1667619"/>
            </a:xfrm>
            <a:prstGeom prst="rect">
              <a:avLst/>
            </a:prstGeom>
          </p:spPr>
        </p:pic>
        <p:sp>
          <p:nvSpPr>
            <p:cNvPr id="14" name="TextBox 13">
              <a:extLst>
                <a:ext uri="{FF2B5EF4-FFF2-40B4-BE49-F238E27FC236}">
                  <a16:creationId xmlns:a16="http://schemas.microsoft.com/office/drawing/2014/main" id="{398D7AD0-88BE-B4E1-251D-EB6ED4C04B5B}"/>
                </a:ext>
              </a:extLst>
            </p:cNvPr>
            <p:cNvSpPr txBox="1"/>
            <p:nvPr/>
          </p:nvSpPr>
          <p:spPr>
            <a:xfrm>
              <a:off x="9157611" y="40315960"/>
              <a:ext cx="3796130" cy="540753"/>
            </a:xfrm>
            <a:prstGeom prst="rect">
              <a:avLst/>
            </a:prstGeom>
            <a:noFill/>
          </p:spPr>
          <p:txBody>
            <a:bodyPr wrap="square" rtlCol="0">
              <a:spAutoFit/>
            </a:bodyPr>
            <a:lstStyle/>
            <a:p>
              <a:r>
                <a:rPr lang="en-US" sz="2872" b="1" dirty="0"/>
                <a:t>Mistake Collections</a:t>
              </a:r>
            </a:p>
          </p:txBody>
        </p:sp>
        <p:sp>
          <p:nvSpPr>
            <p:cNvPr id="15" name="Rounded Rectangle 14">
              <a:extLst>
                <a:ext uri="{FF2B5EF4-FFF2-40B4-BE49-F238E27FC236}">
                  <a16:creationId xmlns:a16="http://schemas.microsoft.com/office/drawing/2014/main" id="{FEFCAB35-7B00-7427-28ED-6B8F81BB1FA9}"/>
                </a:ext>
              </a:extLst>
            </p:cNvPr>
            <p:cNvSpPr/>
            <p:nvPr/>
          </p:nvSpPr>
          <p:spPr>
            <a:xfrm>
              <a:off x="11739054" y="33942327"/>
              <a:ext cx="5708011" cy="2590145"/>
            </a:xfrm>
            <a:prstGeom prst="roundRect">
              <a:avLst/>
            </a:prstGeom>
            <a:solidFill>
              <a:srgbClr val="7FCDD9">
                <a:alpha val="89804"/>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513" b="1" dirty="0">
                  <a:solidFill>
                    <a:srgbClr val="374151"/>
                  </a:solidFill>
                </a:rPr>
                <a:t>Query</a:t>
              </a:r>
              <a:r>
                <a:rPr lang="en-US" sz="2513" i="1" dirty="0">
                  <a:solidFill>
                    <a:srgbClr val="374151"/>
                  </a:solidFill>
                </a:rPr>
                <a:t>: Which sentence has the correct adjective order: </a:t>
              </a:r>
            </a:p>
            <a:p>
              <a:r>
                <a:rPr lang="en-US" sz="2513" i="1" dirty="0">
                  <a:solidFill>
                    <a:srgbClr val="374151"/>
                  </a:solidFill>
                </a:rPr>
                <a:t>(A) American triangular computer</a:t>
              </a:r>
            </a:p>
            <a:p>
              <a:r>
                <a:rPr lang="en-US" sz="2513" i="1" dirty="0">
                  <a:solidFill>
                    <a:srgbClr val="374151"/>
                  </a:solidFill>
                </a:rPr>
                <a:t>(B) triangular American computer</a:t>
              </a:r>
            </a:p>
            <a:p>
              <a:r>
                <a:rPr lang="en-US" sz="2513" b="1" dirty="0">
                  <a:solidFill>
                    <a:srgbClr val="374151"/>
                  </a:solidFill>
                </a:rPr>
                <a:t>Incorrect Answer</a:t>
              </a:r>
              <a:r>
                <a:rPr lang="en-US" sz="2513" i="1" dirty="0">
                  <a:solidFill>
                    <a:srgbClr val="374151"/>
                  </a:solidFill>
                </a:rPr>
                <a:t>: (A)</a:t>
              </a:r>
            </a:p>
          </p:txBody>
        </p:sp>
        <p:sp>
          <p:nvSpPr>
            <p:cNvPr id="16" name="Rounded Rectangle 15">
              <a:extLst>
                <a:ext uri="{FF2B5EF4-FFF2-40B4-BE49-F238E27FC236}">
                  <a16:creationId xmlns:a16="http://schemas.microsoft.com/office/drawing/2014/main" id="{83B9E02D-6409-11F6-E32D-D00AC2237748}"/>
                </a:ext>
              </a:extLst>
            </p:cNvPr>
            <p:cNvSpPr/>
            <p:nvPr/>
          </p:nvSpPr>
          <p:spPr>
            <a:xfrm>
              <a:off x="14647674" y="39165639"/>
              <a:ext cx="1915956" cy="548194"/>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13" dirty="0">
                  <a:solidFill>
                    <a:schemeClr val="tx1"/>
                  </a:solidFill>
                </a:rPr>
                <a:t>(B)</a:t>
              </a:r>
            </a:p>
          </p:txBody>
        </p:sp>
        <p:cxnSp>
          <p:nvCxnSpPr>
            <p:cNvPr id="17" name="Straight Arrow Connector 16">
              <a:extLst>
                <a:ext uri="{FF2B5EF4-FFF2-40B4-BE49-F238E27FC236}">
                  <a16:creationId xmlns:a16="http://schemas.microsoft.com/office/drawing/2014/main" id="{028052C4-7D61-D760-3A76-67FA52B7DAC6}"/>
                </a:ext>
              </a:extLst>
            </p:cNvPr>
            <p:cNvCxnSpPr>
              <a:cxnSpLocks/>
              <a:stCxn id="8" idx="2"/>
              <a:endCxn id="13" idx="0"/>
            </p:cNvCxnSpPr>
            <p:nvPr/>
          </p:nvCxnSpPr>
          <p:spPr>
            <a:xfrm>
              <a:off x="10855866" y="35554909"/>
              <a:ext cx="18746" cy="299245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4701E860-6B99-1AE7-2FEC-91CC4FF00F9A}"/>
                </a:ext>
              </a:extLst>
            </p:cNvPr>
            <p:cNvCxnSpPr>
              <a:cxnSpLocks/>
              <a:endCxn id="15" idx="1"/>
            </p:cNvCxnSpPr>
            <p:nvPr/>
          </p:nvCxnSpPr>
          <p:spPr>
            <a:xfrm rot="5400000" flipH="1" flipV="1">
              <a:off x="9764370" y="36907687"/>
              <a:ext cx="3644970" cy="304397"/>
            </a:xfrm>
            <a:prstGeom prst="bentConnector2">
              <a:avLst/>
            </a:prstGeom>
            <a:ln w="28575">
              <a:solidFill>
                <a:srgbClr val="37415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82B48C1-E5E5-4818-8EA1-0AA0AE89D857}"/>
                </a:ext>
              </a:extLst>
            </p:cNvPr>
            <p:cNvSpPr txBox="1"/>
            <p:nvPr/>
          </p:nvSpPr>
          <p:spPr>
            <a:xfrm>
              <a:off x="9157611" y="36956721"/>
              <a:ext cx="1585375" cy="540753"/>
            </a:xfrm>
            <a:prstGeom prst="rect">
              <a:avLst/>
            </a:prstGeom>
            <a:noFill/>
          </p:spPr>
          <p:txBody>
            <a:bodyPr wrap="none" rtlCol="0">
              <a:spAutoFit/>
            </a:bodyPr>
            <a:lstStyle/>
            <a:p>
              <a:r>
                <a:rPr lang="en-US" sz="2872" dirty="0"/>
                <a:t>Retrieve</a:t>
              </a:r>
            </a:p>
          </p:txBody>
        </p:sp>
      </p:grpSp>
      <p:pic>
        <p:nvPicPr>
          <p:cNvPr id="22" name="Picture 21">
            <a:extLst>
              <a:ext uri="{FF2B5EF4-FFF2-40B4-BE49-F238E27FC236}">
                <a16:creationId xmlns:a16="http://schemas.microsoft.com/office/drawing/2014/main" id="{C71B7C37-2237-484E-8F15-BB3AA456B95A}"/>
              </a:ext>
            </a:extLst>
          </p:cNvPr>
          <p:cNvPicPr>
            <a:picLocks noChangeAspect="1"/>
          </p:cNvPicPr>
          <p:nvPr/>
        </p:nvPicPr>
        <p:blipFill>
          <a:blip r:embed="rId4"/>
          <a:stretch>
            <a:fillRect/>
          </a:stretch>
        </p:blipFill>
        <p:spPr>
          <a:xfrm>
            <a:off x="32261285" y="24033166"/>
            <a:ext cx="1305448" cy="1258377"/>
          </a:xfrm>
          <a:prstGeom prst="rect">
            <a:avLst/>
          </a:prstGeom>
        </p:spPr>
      </p:pic>
      <p:sp>
        <p:nvSpPr>
          <p:cNvPr id="23" name="Rounded Rectangle 22">
            <a:extLst>
              <a:ext uri="{FF2B5EF4-FFF2-40B4-BE49-F238E27FC236}">
                <a16:creationId xmlns:a16="http://schemas.microsoft.com/office/drawing/2014/main" id="{B540BF1C-40B8-E64B-0B54-A6BD0B33041D}"/>
              </a:ext>
            </a:extLst>
          </p:cNvPr>
          <p:cNvSpPr/>
          <p:nvPr/>
        </p:nvSpPr>
        <p:spPr>
          <a:xfrm>
            <a:off x="34044069" y="23774867"/>
            <a:ext cx="3936164" cy="2451453"/>
          </a:xfrm>
          <a:prstGeom prst="round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513" b="1" i="1" dirty="0">
                <a:solidFill>
                  <a:schemeClr val="tx1"/>
                </a:solidFill>
              </a:rPr>
              <a:t>Guideline</a:t>
            </a:r>
            <a:r>
              <a:rPr lang="en-US" sz="2513" i="1" dirty="0">
                <a:solidFill>
                  <a:schemeClr val="tx1"/>
                </a:solidFill>
              </a:rPr>
              <a:t>: ...considering</a:t>
            </a:r>
            <a:r>
              <a:rPr lang="en-US" sz="2513" i="1" dirty="0">
                <a:solidFill>
                  <a:schemeClr val="accent2"/>
                </a:solidFill>
              </a:rPr>
              <a:t> the correct day of the month and subtracting the specified number of months </a:t>
            </a:r>
            <a:r>
              <a:rPr lang="en-US" sz="2513" i="1" dirty="0">
                <a:solidFill>
                  <a:schemeClr val="tx1"/>
                </a:solidFill>
              </a:rPr>
              <a:t>from the given date. </a:t>
            </a:r>
          </a:p>
        </p:txBody>
      </p:sp>
      <p:pic>
        <p:nvPicPr>
          <p:cNvPr id="24" name="Picture 23">
            <a:extLst>
              <a:ext uri="{FF2B5EF4-FFF2-40B4-BE49-F238E27FC236}">
                <a16:creationId xmlns:a16="http://schemas.microsoft.com/office/drawing/2014/main" id="{1A782604-D61F-A942-E8BA-7BF3979A284F}"/>
              </a:ext>
            </a:extLst>
          </p:cNvPr>
          <p:cNvPicPr>
            <a:picLocks noChangeAspect="1"/>
          </p:cNvPicPr>
          <p:nvPr/>
        </p:nvPicPr>
        <p:blipFill>
          <a:blip r:embed="rId4"/>
          <a:stretch>
            <a:fillRect/>
          </a:stretch>
        </p:blipFill>
        <p:spPr>
          <a:xfrm>
            <a:off x="32301155" y="26547537"/>
            <a:ext cx="1305448" cy="1258377"/>
          </a:xfrm>
          <a:prstGeom prst="rect">
            <a:avLst/>
          </a:prstGeom>
        </p:spPr>
      </p:pic>
      <p:sp>
        <p:nvSpPr>
          <p:cNvPr id="25" name="Rounded Rectangle 24">
            <a:extLst>
              <a:ext uri="{FF2B5EF4-FFF2-40B4-BE49-F238E27FC236}">
                <a16:creationId xmlns:a16="http://schemas.microsoft.com/office/drawing/2014/main" id="{72ED3732-C9E5-4DE4-67FF-4D7DE6F7CCC3}"/>
              </a:ext>
            </a:extLst>
          </p:cNvPr>
          <p:cNvSpPr/>
          <p:nvPr/>
        </p:nvSpPr>
        <p:spPr>
          <a:xfrm>
            <a:off x="33972372" y="26352173"/>
            <a:ext cx="4047888" cy="1971288"/>
          </a:xfrm>
          <a:prstGeom prst="round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513" b="1" i="1" dirty="0">
                <a:solidFill>
                  <a:schemeClr val="tx1"/>
                </a:solidFill>
              </a:rPr>
              <a:t>Guideline</a:t>
            </a:r>
            <a:r>
              <a:rPr lang="en-US" sz="2513" i="1" dirty="0">
                <a:solidFill>
                  <a:schemeClr val="tx1"/>
                </a:solidFill>
              </a:rPr>
              <a:t>: ...the </a:t>
            </a:r>
            <a:r>
              <a:rPr lang="en-US" sz="2513" i="1" dirty="0">
                <a:solidFill>
                  <a:schemeClr val="accent2"/>
                </a:solidFill>
              </a:rPr>
              <a:t>frequency of visits and the current visit number</a:t>
            </a:r>
            <a:r>
              <a:rPr lang="en-US" sz="2513" i="1" dirty="0">
                <a:solidFill>
                  <a:schemeClr val="tx1"/>
                </a:solidFill>
              </a:rPr>
              <a:t>, to accurately calculate the elapsed time. </a:t>
            </a:r>
          </a:p>
        </p:txBody>
      </p:sp>
      <p:sp>
        <p:nvSpPr>
          <p:cNvPr id="26" name="TextBox 25">
            <a:extLst>
              <a:ext uri="{FF2B5EF4-FFF2-40B4-BE49-F238E27FC236}">
                <a16:creationId xmlns:a16="http://schemas.microsoft.com/office/drawing/2014/main" id="{00E33863-E1B7-D678-FDE4-E72888AF0479}"/>
              </a:ext>
            </a:extLst>
          </p:cNvPr>
          <p:cNvSpPr txBox="1"/>
          <p:nvPr/>
        </p:nvSpPr>
        <p:spPr>
          <a:xfrm>
            <a:off x="32067764" y="20889058"/>
            <a:ext cx="5864641" cy="2777692"/>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chor="ctr">
            <a:noAutofit/>
          </a:bodyPr>
          <a:lstStyle/>
          <a:p>
            <a:r>
              <a:rPr lang="en-US" sz="2513" i="1" dirty="0"/>
              <a:t>Jane visits the bookstore on the 16th of each month starting from the October of 2009. It is her 5th visit to the bookstore today. What is the date one year ago from today?</a:t>
            </a:r>
          </a:p>
          <a:p>
            <a:r>
              <a:rPr lang="en-US" sz="2513" i="1" dirty="0"/>
              <a:t>Previous answer:  08/16/2009</a:t>
            </a:r>
          </a:p>
          <a:p>
            <a:r>
              <a:rPr lang="en-US" sz="2513" i="1" dirty="0"/>
              <a:t>Correct answer: 02/16/2009</a:t>
            </a:r>
          </a:p>
        </p:txBody>
      </p:sp>
      <p:sp>
        <p:nvSpPr>
          <p:cNvPr id="27" name="TextBox 26">
            <a:extLst>
              <a:ext uri="{FF2B5EF4-FFF2-40B4-BE49-F238E27FC236}">
                <a16:creationId xmlns:a16="http://schemas.microsoft.com/office/drawing/2014/main" id="{8B434F31-B684-572F-D54B-D0A3D4678D71}"/>
              </a:ext>
            </a:extLst>
          </p:cNvPr>
          <p:cNvSpPr txBox="1"/>
          <p:nvPr/>
        </p:nvSpPr>
        <p:spPr>
          <a:xfrm>
            <a:off x="32395498" y="25405036"/>
            <a:ext cx="1347139" cy="477470"/>
          </a:xfrm>
          <a:prstGeom prst="rect">
            <a:avLst/>
          </a:prstGeom>
          <a:noFill/>
        </p:spPr>
        <p:txBody>
          <a:bodyPr wrap="square" rtlCol="0">
            <a:spAutoFit/>
          </a:bodyPr>
          <a:lstStyle/>
          <a:p>
            <a:r>
              <a:rPr lang="en-US" sz="2513" dirty="0"/>
              <a:t>SALAM</a:t>
            </a:r>
          </a:p>
        </p:txBody>
      </p:sp>
      <p:sp>
        <p:nvSpPr>
          <p:cNvPr id="28" name="TextBox 27">
            <a:extLst>
              <a:ext uri="{FF2B5EF4-FFF2-40B4-BE49-F238E27FC236}">
                <a16:creationId xmlns:a16="http://schemas.microsoft.com/office/drawing/2014/main" id="{7BD408D9-0375-63E1-7E2D-6DC08498A014}"/>
              </a:ext>
            </a:extLst>
          </p:cNvPr>
          <p:cNvSpPr txBox="1"/>
          <p:nvPr/>
        </p:nvSpPr>
        <p:spPr>
          <a:xfrm>
            <a:off x="31833089" y="27918929"/>
            <a:ext cx="1973889" cy="477470"/>
          </a:xfrm>
          <a:prstGeom prst="rect">
            <a:avLst/>
          </a:prstGeom>
          <a:noFill/>
        </p:spPr>
        <p:txBody>
          <a:bodyPr wrap="square" rtlCol="0">
            <a:spAutoFit/>
          </a:bodyPr>
          <a:lstStyle/>
          <a:p>
            <a:r>
              <a:rPr lang="en-US" sz="2513" dirty="0"/>
              <a:t>SALAM w/ IL</a:t>
            </a:r>
          </a:p>
        </p:txBody>
      </p:sp>
      <p:sp>
        <p:nvSpPr>
          <p:cNvPr id="30" name="TextBox 29">
            <a:extLst>
              <a:ext uri="{FF2B5EF4-FFF2-40B4-BE49-F238E27FC236}">
                <a16:creationId xmlns:a16="http://schemas.microsoft.com/office/drawing/2014/main" id="{73D2E04E-C97B-786A-CA37-4C001249D14B}"/>
              </a:ext>
            </a:extLst>
          </p:cNvPr>
          <p:cNvSpPr txBox="1"/>
          <p:nvPr/>
        </p:nvSpPr>
        <p:spPr>
          <a:xfrm>
            <a:off x="25219550" y="20144107"/>
            <a:ext cx="12714319" cy="642676"/>
          </a:xfrm>
          <a:prstGeom prst="rect">
            <a:avLst/>
          </a:prstGeom>
          <a:noFill/>
        </p:spPr>
        <p:txBody>
          <a:bodyPr wrap="none" rtlCol="0">
            <a:spAutoFit/>
          </a:bodyPr>
          <a:lstStyle/>
          <a:p>
            <a:r>
              <a:rPr lang="en-US" sz="3590" i="1" dirty="0">
                <a:solidFill>
                  <a:schemeClr val="accent1"/>
                </a:solidFill>
              </a:rPr>
              <a:t>The feedback gives detailed guideline;  SALAM w/ IL is more specific</a:t>
            </a:r>
          </a:p>
        </p:txBody>
      </p:sp>
      <p:sp>
        <p:nvSpPr>
          <p:cNvPr id="37" name="TextBox 36">
            <a:extLst>
              <a:ext uri="{FF2B5EF4-FFF2-40B4-BE49-F238E27FC236}">
                <a16:creationId xmlns:a16="http://schemas.microsoft.com/office/drawing/2014/main" id="{EB392EAA-C580-821B-7AE7-5BA51C05A8F6}"/>
              </a:ext>
            </a:extLst>
          </p:cNvPr>
          <p:cNvSpPr txBox="1"/>
          <p:nvPr/>
        </p:nvSpPr>
        <p:spPr>
          <a:xfrm>
            <a:off x="26265353" y="11465805"/>
            <a:ext cx="11060135" cy="917871"/>
          </a:xfrm>
          <a:prstGeom prst="rect">
            <a:avLst/>
          </a:prstGeom>
          <a:noFill/>
        </p:spPr>
        <p:txBody>
          <a:bodyPr wrap="square" rtlCol="0">
            <a:spAutoFit/>
          </a:bodyPr>
          <a:lstStyle/>
          <a:p>
            <a:pPr algn="ctr"/>
            <a:r>
              <a:rPr lang="en-US" altLang="zh-CN" sz="5384" b="1" dirty="0">
                <a:latin typeface="+mj-lt"/>
                <a:ea typeface="Avenir Next" charset="0"/>
                <a:cs typeface="Avenir Next" charset="0"/>
              </a:rPr>
              <a:t>SALAM further enhances GPT-4</a:t>
            </a:r>
            <a:endParaRPr lang="en-US" sz="5384" b="1" dirty="0">
              <a:latin typeface="+mj-lt"/>
              <a:ea typeface="Avenir Next" charset="0"/>
              <a:cs typeface="Avenir Next" charset="0"/>
            </a:endParaRPr>
          </a:p>
        </p:txBody>
      </p:sp>
      <p:cxnSp>
        <p:nvCxnSpPr>
          <p:cNvPr id="38" name="Straight Connector 37">
            <a:extLst>
              <a:ext uri="{FF2B5EF4-FFF2-40B4-BE49-F238E27FC236}">
                <a16:creationId xmlns:a16="http://schemas.microsoft.com/office/drawing/2014/main" id="{3C498C0E-CC76-B17E-F237-6D4A291441FA}"/>
              </a:ext>
            </a:extLst>
          </p:cNvPr>
          <p:cNvCxnSpPr>
            <a:cxnSpLocks/>
          </p:cNvCxnSpPr>
          <p:nvPr/>
        </p:nvCxnSpPr>
        <p:spPr>
          <a:xfrm>
            <a:off x="24650217" y="12357375"/>
            <a:ext cx="13536795" cy="0"/>
          </a:xfrm>
          <a:prstGeom prst="line">
            <a:avLst/>
          </a:prstGeom>
          <a:ln w="63500" cap="flat">
            <a:gradFill flip="none" rotWithShape="1">
              <a:gsLst>
                <a:gs pos="0">
                  <a:schemeClr val="accent1">
                    <a:lumMod val="5000"/>
                    <a:lumOff val="95000"/>
                  </a:schemeClr>
                </a:gs>
                <a:gs pos="50000">
                  <a:schemeClr val="tx1">
                    <a:lumMod val="50000"/>
                    <a:lumOff val="50000"/>
                  </a:schemeClr>
                </a:gs>
                <a:gs pos="100000">
                  <a:schemeClr val="bg1">
                    <a:lumMod val="5000"/>
                    <a:lumOff val="95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4" name="Content Placeholder 2">
            <a:extLst>
              <a:ext uri="{FF2B5EF4-FFF2-40B4-BE49-F238E27FC236}">
                <a16:creationId xmlns:a16="http://schemas.microsoft.com/office/drawing/2014/main" id="{AB7B5FA3-1B4A-9358-131D-3AB50BFCB775}"/>
              </a:ext>
            </a:extLst>
          </p:cNvPr>
          <p:cNvSpPr txBox="1">
            <a:spLocks/>
          </p:cNvSpPr>
          <p:nvPr/>
        </p:nvSpPr>
        <p:spPr>
          <a:xfrm>
            <a:off x="25576918" y="12733560"/>
            <a:ext cx="4431039" cy="595052"/>
          </a:xfrm>
          <a:prstGeom prst="rect">
            <a:avLst/>
          </a:prstGeom>
        </p:spPr>
        <p:txBody>
          <a:bodyPr vert="horz" lIns="82061" tIns="41030" rIns="82061" bIns="41030" rtlCol="0">
            <a:noAutofit/>
          </a:bodyPr>
          <a:lstStyle>
            <a:lvl1pPr marL="0" indent="0" algn="ctr" defTabSz="3026755" rtl="0" eaLnBrk="1" latinLnBrk="0" hangingPunct="1">
              <a:lnSpc>
                <a:spcPct val="90000"/>
              </a:lnSpc>
              <a:spcBef>
                <a:spcPts val="3310"/>
              </a:spcBef>
              <a:buFont typeface="Arial" panose="020B0604020202020204" pitchFamily="34" charset="0"/>
              <a:buNone/>
              <a:defRPr sz="7944" kern="1200">
                <a:solidFill>
                  <a:schemeClr val="tx1"/>
                </a:solidFill>
                <a:latin typeface="+mn-lt"/>
                <a:ea typeface="+mn-ea"/>
                <a:cs typeface="+mn-cs"/>
              </a:defRPr>
            </a:lvl1pPr>
            <a:lvl2pPr marL="1513378" indent="0" algn="ctr" defTabSz="3026755" rtl="0" eaLnBrk="1" latinLnBrk="0" hangingPunct="1">
              <a:lnSpc>
                <a:spcPct val="90000"/>
              </a:lnSpc>
              <a:spcBef>
                <a:spcPts val="1655"/>
              </a:spcBef>
              <a:buFont typeface="Arial" panose="020B0604020202020204" pitchFamily="34" charset="0"/>
              <a:buNone/>
              <a:defRPr sz="6620" kern="1200">
                <a:solidFill>
                  <a:schemeClr val="tx1"/>
                </a:solidFill>
                <a:latin typeface="+mn-lt"/>
                <a:ea typeface="+mn-ea"/>
                <a:cs typeface="+mn-cs"/>
              </a:defRPr>
            </a:lvl2pPr>
            <a:lvl3pPr marL="3026755" indent="0" algn="ctr" defTabSz="3026755" rtl="0" eaLnBrk="1" latinLnBrk="0" hangingPunct="1">
              <a:lnSpc>
                <a:spcPct val="90000"/>
              </a:lnSpc>
              <a:spcBef>
                <a:spcPts val="1655"/>
              </a:spcBef>
              <a:buFont typeface="Arial" panose="020B0604020202020204" pitchFamily="34" charset="0"/>
              <a:buNone/>
              <a:defRPr sz="5958" kern="1200">
                <a:solidFill>
                  <a:schemeClr val="tx1"/>
                </a:solidFill>
                <a:latin typeface="+mn-lt"/>
                <a:ea typeface="+mn-ea"/>
                <a:cs typeface="+mn-cs"/>
              </a:defRPr>
            </a:lvl3pPr>
            <a:lvl4pPr marL="4540133" indent="0" algn="ctr" defTabSz="3026755" rtl="0" eaLnBrk="1" latinLnBrk="0" hangingPunct="1">
              <a:lnSpc>
                <a:spcPct val="90000"/>
              </a:lnSpc>
              <a:spcBef>
                <a:spcPts val="1655"/>
              </a:spcBef>
              <a:buFont typeface="Arial" panose="020B0604020202020204" pitchFamily="34" charset="0"/>
              <a:buNone/>
              <a:defRPr sz="5296" kern="1200">
                <a:solidFill>
                  <a:schemeClr val="tx1"/>
                </a:solidFill>
                <a:latin typeface="+mn-lt"/>
                <a:ea typeface="+mn-ea"/>
                <a:cs typeface="+mn-cs"/>
              </a:defRPr>
            </a:lvl4pPr>
            <a:lvl5pPr marL="6053511" indent="0" algn="ctr" defTabSz="3026755" rtl="0" eaLnBrk="1" latinLnBrk="0" hangingPunct="1">
              <a:lnSpc>
                <a:spcPct val="90000"/>
              </a:lnSpc>
              <a:spcBef>
                <a:spcPts val="1655"/>
              </a:spcBef>
              <a:buFont typeface="Arial" panose="020B0604020202020204" pitchFamily="34" charset="0"/>
              <a:buNone/>
              <a:defRPr sz="5296" kern="1200">
                <a:solidFill>
                  <a:schemeClr val="tx1"/>
                </a:solidFill>
                <a:latin typeface="+mn-lt"/>
                <a:ea typeface="+mn-ea"/>
                <a:cs typeface="+mn-cs"/>
              </a:defRPr>
            </a:lvl5pPr>
            <a:lvl6pPr marL="7566889" indent="0" algn="ctr" defTabSz="3026755" rtl="0" eaLnBrk="1" latinLnBrk="0" hangingPunct="1">
              <a:lnSpc>
                <a:spcPct val="90000"/>
              </a:lnSpc>
              <a:spcBef>
                <a:spcPts val="1655"/>
              </a:spcBef>
              <a:buFont typeface="Arial" panose="020B0604020202020204" pitchFamily="34" charset="0"/>
              <a:buNone/>
              <a:defRPr sz="5296" kern="1200">
                <a:solidFill>
                  <a:schemeClr val="tx1"/>
                </a:solidFill>
                <a:latin typeface="+mn-lt"/>
                <a:ea typeface="+mn-ea"/>
                <a:cs typeface="+mn-cs"/>
              </a:defRPr>
            </a:lvl6pPr>
            <a:lvl7pPr marL="9080266" indent="0" algn="ctr" defTabSz="3026755" rtl="0" eaLnBrk="1" latinLnBrk="0" hangingPunct="1">
              <a:lnSpc>
                <a:spcPct val="90000"/>
              </a:lnSpc>
              <a:spcBef>
                <a:spcPts val="1655"/>
              </a:spcBef>
              <a:buFont typeface="Arial" panose="020B0604020202020204" pitchFamily="34" charset="0"/>
              <a:buNone/>
              <a:defRPr sz="5296" kern="1200">
                <a:solidFill>
                  <a:schemeClr val="tx1"/>
                </a:solidFill>
                <a:latin typeface="+mn-lt"/>
                <a:ea typeface="+mn-ea"/>
                <a:cs typeface="+mn-cs"/>
              </a:defRPr>
            </a:lvl7pPr>
            <a:lvl8pPr marL="10593644" indent="0" algn="ctr" defTabSz="3026755" rtl="0" eaLnBrk="1" latinLnBrk="0" hangingPunct="1">
              <a:lnSpc>
                <a:spcPct val="90000"/>
              </a:lnSpc>
              <a:spcBef>
                <a:spcPts val="1655"/>
              </a:spcBef>
              <a:buFont typeface="Arial" panose="020B0604020202020204" pitchFamily="34" charset="0"/>
              <a:buNone/>
              <a:defRPr sz="5296" kern="1200">
                <a:solidFill>
                  <a:schemeClr val="tx1"/>
                </a:solidFill>
                <a:latin typeface="+mn-lt"/>
                <a:ea typeface="+mn-ea"/>
                <a:cs typeface="+mn-cs"/>
              </a:defRPr>
            </a:lvl8pPr>
            <a:lvl9pPr marL="12107022" indent="0" algn="ctr" defTabSz="3026755" rtl="0" eaLnBrk="1" latinLnBrk="0" hangingPunct="1">
              <a:lnSpc>
                <a:spcPct val="90000"/>
              </a:lnSpc>
              <a:spcBef>
                <a:spcPts val="1655"/>
              </a:spcBef>
              <a:buFont typeface="Arial" panose="020B0604020202020204" pitchFamily="34" charset="0"/>
              <a:buNone/>
              <a:defRPr sz="5296" kern="1200">
                <a:solidFill>
                  <a:schemeClr val="tx1"/>
                </a:solidFill>
                <a:latin typeface="+mn-lt"/>
                <a:ea typeface="+mn-ea"/>
                <a:cs typeface="+mn-cs"/>
              </a:defRPr>
            </a:lvl9pPr>
          </a:lstStyle>
          <a:p>
            <a:r>
              <a:rPr lang="en-US" sz="3590" i="1" dirty="0">
                <a:solidFill>
                  <a:schemeClr val="accent1"/>
                </a:solidFill>
              </a:rPr>
              <a:t>GPT-4 as LLM</a:t>
            </a:r>
          </a:p>
        </p:txBody>
      </p:sp>
      <p:sp>
        <p:nvSpPr>
          <p:cNvPr id="45" name="Content Placeholder 2">
            <a:extLst>
              <a:ext uri="{FF2B5EF4-FFF2-40B4-BE49-F238E27FC236}">
                <a16:creationId xmlns:a16="http://schemas.microsoft.com/office/drawing/2014/main" id="{A7618032-F620-29B4-6300-B6B892028BF9}"/>
              </a:ext>
            </a:extLst>
          </p:cNvPr>
          <p:cNvSpPr txBox="1">
            <a:spLocks/>
          </p:cNvSpPr>
          <p:nvPr/>
        </p:nvSpPr>
        <p:spPr>
          <a:xfrm>
            <a:off x="31995257" y="12826176"/>
            <a:ext cx="6238714" cy="787194"/>
          </a:xfrm>
          <a:prstGeom prst="rect">
            <a:avLst/>
          </a:prstGeom>
        </p:spPr>
        <p:txBody>
          <a:bodyPr vert="horz" lIns="82061" tIns="41030" rIns="82061" bIns="41030" rtlCol="0">
            <a:noAutofit/>
          </a:bodyPr>
          <a:lstStyle>
            <a:lvl1pPr marL="228600" indent="-228600" algn="l" defTabSz="914400" rtl="0" eaLnBrk="1" latinLnBrk="0" hangingPunct="1">
              <a:lnSpc>
                <a:spcPct val="90000"/>
              </a:lnSpc>
              <a:spcBef>
                <a:spcPts val="1000"/>
              </a:spcBef>
              <a:buFont typeface="Wingdings" pitchFamily="2" charset="2"/>
              <a:buChar char="v"/>
              <a:defRPr sz="4000" b="0" i="0" kern="1200">
                <a:solidFill>
                  <a:schemeClr val="tx1"/>
                </a:solidFill>
                <a:latin typeface="Candara" panose="020E0502030303020204" pitchFamily="34" charset="0"/>
                <a:ea typeface="Open Sans Light" pitchFamily="2" charset="0"/>
                <a:cs typeface="Open Sans Light" pitchFamily="2" charset="0"/>
              </a:defRPr>
            </a:lvl1pPr>
            <a:lvl2pPr marL="685800" indent="-228600" algn="l" defTabSz="914400" rtl="0" eaLnBrk="1" latinLnBrk="0" hangingPunct="1">
              <a:lnSpc>
                <a:spcPct val="90000"/>
              </a:lnSpc>
              <a:spcBef>
                <a:spcPts val="500"/>
              </a:spcBef>
              <a:buFont typeface="Wingdings" pitchFamily="2" charset="2"/>
              <a:buChar char="Ø"/>
              <a:defRPr sz="3600" b="0" i="0" kern="1200">
                <a:solidFill>
                  <a:schemeClr val="tx1"/>
                </a:solidFill>
                <a:latin typeface="Candara" panose="020E0502030303020204" pitchFamily="34" charset="0"/>
                <a:ea typeface="Open Sans Light" pitchFamily="2" charset="0"/>
                <a:cs typeface="Open Sans Light" pitchFamily="2" charset="0"/>
              </a:defRPr>
            </a:lvl2pPr>
            <a:lvl3pPr marL="1143000" indent="-228600" algn="l" defTabSz="914400" rtl="0" eaLnBrk="1" latinLnBrk="0" hangingPunct="1">
              <a:lnSpc>
                <a:spcPct val="90000"/>
              </a:lnSpc>
              <a:spcBef>
                <a:spcPts val="500"/>
              </a:spcBef>
              <a:buFont typeface="Wingdings" pitchFamily="2" charset="2"/>
              <a:buChar char="ü"/>
              <a:defRPr sz="3200" b="0" i="0" kern="1200">
                <a:solidFill>
                  <a:schemeClr val="tx1"/>
                </a:solidFill>
                <a:latin typeface="Candara" panose="020E0502030303020204" pitchFamily="34" charset="0"/>
                <a:ea typeface="Open Sans Light" pitchFamily="2" charset="0"/>
                <a:cs typeface="Open Sans Light"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800" b="0" i="0" kern="1200">
                <a:solidFill>
                  <a:schemeClr val="tx1"/>
                </a:solidFill>
                <a:latin typeface="Candara" panose="020E0502030303020204" pitchFamily="34" charset="0"/>
                <a:ea typeface="Open Sans Light" pitchFamily="2" charset="0"/>
                <a:cs typeface="Open Sans Light"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800" b="0" i="0" kern="1200">
                <a:solidFill>
                  <a:schemeClr val="tx1"/>
                </a:solidFill>
                <a:latin typeface="Candara" panose="020E0502030303020204" pitchFamily="34" charset="0"/>
                <a:ea typeface="Open Sans Light" pitchFamily="2" charset="0"/>
                <a:cs typeface="Open Sans Light"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590" i="1" dirty="0">
                <a:solidFill>
                  <a:schemeClr val="accent1"/>
                </a:solidFill>
              </a:rPr>
              <a:t>GPT-4 as Study Assistant</a:t>
            </a:r>
          </a:p>
        </p:txBody>
      </p:sp>
      <p:pic>
        <p:nvPicPr>
          <p:cNvPr id="46" name="Picture 45">
            <a:extLst>
              <a:ext uri="{FF2B5EF4-FFF2-40B4-BE49-F238E27FC236}">
                <a16:creationId xmlns:a16="http://schemas.microsoft.com/office/drawing/2014/main" id="{109FB034-2E3C-1802-EB95-E29D18153ABA}"/>
              </a:ext>
            </a:extLst>
          </p:cNvPr>
          <p:cNvPicPr>
            <a:picLocks noChangeAspect="1"/>
          </p:cNvPicPr>
          <p:nvPr/>
        </p:nvPicPr>
        <p:blipFill>
          <a:blip r:embed="rId7"/>
          <a:stretch>
            <a:fillRect/>
          </a:stretch>
        </p:blipFill>
        <p:spPr>
          <a:xfrm>
            <a:off x="24650217" y="12537404"/>
            <a:ext cx="1107858" cy="1107858"/>
          </a:xfrm>
          <a:prstGeom prst="rect">
            <a:avLst/>
          </a:prstGeom>
        </p:spPr>
      </p:pic>
      <p:pic>
        <p:nvPicPr>
          <p:cNvPr id="47" name="Picture 46">
            <a:extLst>
              <a:ext uri="{FF2B5EF4-FFF2-40B4-BE49-F238E27FC236}">
                <a16:creationId xmlns:a16="http://schemas.microsoft.com/office/drawing/2014/main" id="{507A7742-7FBF-23CA-5944-7D45C206785F}"/>
              </a:ext>
            </a:extLst>
          </p:cNvPr>
          <p:cNvPicPr>
            <a:picLocks noChangeAspect="1"/>
          </p:cNvPicPr>
          <p:nvPr/>
        </p:nvPicPr>
        <p:blipFill>
          <a:blip r:embed="rId4"/>
          <a:stretch>
            <a:fillRect/>
          </a:stretch>
        </p:blipFill>
        <p:spPr>
          <a:xfrm>
            <a:off x="30560296" y="12545737"/>
            <a:ext cx="1107858" cy="1107858"/>
          </a:xfrm>
          <a:prstGeom prst="rect">
            <a:avLst/>
          </a:prstGeom>
        </p:spPr>
      </p:pic>
      <p:graphicFrame>
        <p:nvGraphicFramePr>
          <p:cNvPr id="48" name="Chart 47">
            <a:extLst>
              <a:ext uri="{FF2B5EF4-FFF2-40B4-BE49-F238E27FC236}">
                <a16:creationId xmlns:a16="http://schemas.microsoft.com/office/drawing/2014/main" id="{B6FA86FF-603E-1EEE-8CB4-8B1C8C48AF5D}"/>
              </a:ext>
            </a:extLst>
          </p:cNvPr>
          <p:cNvGraphicFramePr>
            <a:graphicFrameLocks/>
          </p:cNvGraphicFramePr>
          <p:nvPr>
            <p:extLst>
              <p:ext uri="{D42A27DB-BD31-4B8C-83A1-F6EECF244321}">
                <p14:modId xmlns:p14="http://schemas.microsoft.com/office/powerpoint/2010/main" val="1328033209"/>
              </p:ext>
            </p:extLst>
          </p:nvPr>
        </p:nvGraphicFramePr>
        <p:xfrm>
          <a:off x="24539949" y="13777990"/>
          <a:ext cx="6430050" cy="4373892"/>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49" name="Chart 48">
            <a:extLst>
              <a:ext uri="{FF2B5EF4-FFF2-40B4-BE49-F238E27FC236}">
                <a16:creationId xmlns:a16="http://schemas.microsoft.com/office/drawing/2014/main" id="{7AE3B0E9-FEE2-C001-68EC-A25403E344F1}"/>
              </a:ext>
            </a:extLst>
          </p:cNvPr>
          <p:cNvGraphicFramePr>
            <a:graphicFrameLocks/>
          </p:cNvGraphicFramePr>
          <p:nvPr>
            <p:extLst>
              <p:ext uri="{D42A27DB-BD31-4B8C-83A1-F6EECF244321}">
                <p14:modId xmlns:p14="http://schemas.microsoft.com/office/powerpoint/2010/main" val="1632579499"/>
              </p:ext>
            </p:extLst>
          </p:nvPr>
        </p:nvGraphicFramePr>
        <p:xfrm>
          <a:off x="30969999" y="13653595"/>
          <a:ext cx="7106692" cy="5577470"/>
        </p:xfrm>
        <a:graphic>
          <a:graphicData uri="http://schemas.openxmlformats.org/drawingml/2006/chart">
            <c:chart xmlns:c="http://schemas.openxmlformats.org/drawingml/2006/chart" xmlns:r="http://schemas.openxmlformats.org/officeDocument/2006/relationships" r:id="rId10"/>
          </a:graphicData>
        </a:graphic>
      </p:graphicFrame>
      <p:sp>
        <p:nvSpPr>
          <p:cNvPr id="50" name="TextBox 49">
            <a:extLst>
              <a:ext uri="{FF2B5EF4-FFF2-40B4-BE49-F238E27FC236}">
                <a16:creationId xmlns:a16="http://schemas.microsoft.com/office/drawing/2014/main" id="{C1794824-DF35-D3F9-C91A-ADCFEA467256}"/>
              </a:ext>
            </a:extLst>
          </p:cNvPr>
          <p:cNvSpPr txBox="1"/>
          <p:nvPr/>
        </p:nvSpPr>
        <p:spPr>
          <a:xfrm>
            <a:off x="27111564" y="3367441"/>
            <a:ext cx="9443048" cy="917871"/>
          </a:xfrm>
          <a:prstGeom prst="rect">
            <a:avLst/>
          </a:prstGeom>
          <a:noFill/>
        </p:spPr>
        <p:txBody>
          <a:bodyPr wrap="square" rtlCol="0">
            <a:spAutoFit/>
          </a:bodyPr>
          <a:lstStyle/>
          <a:p>
            <a:r>
              <a:rPr lang="en-US" sz="5384" dirty="0"/>
              <a:t>Cooperation makes LLMs better</a:t>
            </a:r>
          </a:p>
        </p:txBody>
      </p:sp>
      <p:cxnSp>
        <p:nvCxnSpPr>
          <p:cNvPr id="51" name="Straight Connector 50">
            <a:extLst>
              <a:ext uri="{FF2B5EF4-FFF2-40B4-BE49-F238E27FC236}">
                <a16:creationId xmlns:a16="http://schemas.microsoft.com/office/drawing/2014/main" id="{7A1517A2-6370-B042-E6E9-E6E3D59ABCEF}"/>
              </a:ext>
            </a:extLst>
          </p:cNvPr>
          <p:cNvCxnSpPr>
            <a:cxnSpLocks/>
          </p:cNvCxnSpPr>
          <p:nvPr/>
        </p:nvCxnSpPr>
        <p:spPr>
          <a:xfrm>
            <a:off x="24314086" y="4235208"/>
            <a:ext cx="13536795" cy="0"/>
          </a:xfrm>
          <a:prstGeom prst="line">
            <a:avLst/>
          </a:prstGeom>
          <a:ln w="63500" cap="flat">
            <a:gradFill flip="none" rotWithShape="1">
              <a:gsLst>
                <a:gs pos="0">
                  <a:schemeClr val="accent1">
                    <a:lumMod val="5000"/>
                    <a:lumOff val="95000"/>
                  </a:schemeClr>
                </a:gs>
                <a:gs pos="50000">
                  <a:schemeClr val="tx1">
                    <a:lumMod val="50000"/>
                    <a:lumOff val="50000"/>
                  </a:schemeClr>
                </a:gs>
                <a:gs pos="100000">
                  <a:schemeClr val="bg1">
                    <a:lumMod val="5000"/>
                    <a:lumOff val="95000"/>
                  </a:schemeClr>
                </a:gs>
              </a:gsLst>
              <a:lin ang="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57" name="Chart 56">
            <a:extLst>
              <a:ext uri="{FF2B5EF4-FFF2-40B4-BE49-F238E27FC236}">
                <a16:creationId xmlns:a16="http://schemas.microsoft.com/office/drawing/2014/main" id="{4D60E00A-D896-A14C-A775-AA7B459568B2}"/>
              </a:ext>
            </a:extLst>
          </p:cNvPr>
          <p:cNvGraphicFramePr>
            <a:graphicFrameLocks/>
          </p:cNvGraphicFramePr>
          <p:nvPr>
            <p:extLst>
              <p:ext uri="{D42A27DB-BD31-4B8C-83A1-F6EECF244321}">
                <p14:modId xmlns:p14="http://schemas.microsoft.com/office/powerpoint/2010/main" val="4209945757"/>
              </p:ext>
            </p:extLst>
          </p:nvPr>
        </p:nvGraphicFramePr>
        <p:xfrm>
          <a:off x="24703678" y="5210888"/>
          <a:ext cx="7357671" cy="6005484"/>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58" name="Chart 57">
            <a:extLst>
              <a:ext uri="{FF2B5EF4-FFF2-40B4-BE49-F238E27FC236}">
                <a16:creationId xmlns:a16="http://schemas.microsoft.com/office/drawing/2014/main" id="{49507BD3-FFF9-1CFC-E99F-AA5AC65CE14C}"/>
              </a:ext>
            </a:extLst>
          </p:cNvPr>
          <p:cNvGraphicFramePr>
            <a:graphicFrameLocks/>
          </p:cNvGraphicFramePr>
          <p:nvPr>
            <p:extLst>
              <p:ext uri="{D42A27DB-BD31-4B8C-83A1-F6EECF244321}">
                <p14:modId xmlns:p14="http://schemas.microsoft.com/office/powerpoint/2010/main" val="1121458214"/>
              </p:ext>
            </p:extLst>
          </p:nvPr>
        </p:nvGraphicFramePr>
        <p:xfrm>
          <a:off x="31897979" y="5369977"/>
          <a:ext cx="6216824" cy="6109667"/>
        </p:xfrm>
        <a:graphic>
          <a:graphicData uri="http://schemas.openxmlformats.org/drawingml/2006/chart">
            <c:chart xmlns:c="http://schemas.openxmlformats.org/drawingml/2006/chart" xmlns:r="http://schemas.openxmlformats.org/officeDocument/2006/relationships" r:id="rId12"/>
          </a:graphicData>
        </a:graphic>
      </p:graphicFrame>
      <p:sp>
        <p:nvSpPr>
          <p:cNvPr id="59" name="TextBox 58">
            <a:extLst>
              <a:ext uri="{FF2B5EF4-FFF2-40B4-BE49-F238E27FC236}">
                <a16:creationId xmlns:a16="http://schemas.microsoft.com/office/drawing/2014/main" id="{EBCB0FF3-7180-0696-7816-13F30D54185A}"/>
              </a:ext>
            </a:extLst>
          </p:cNvPr>
          <p:cNvSpPr txBox="1"/>
          <p:nvPr/>
        </p:nvSpPr>
        <p:spPr>
          <a:xfrm>
            <a:off x="28084873" y="4460827"/>
            <a:ext cx="7970447" cy="642676"/>
          </a:xfrm>
          <a:prstGeom prst="rect">
            <a:avLst/>
          </a:prstGeom>
          <a:noFill/>
        </p:spPr>
        <p:txBody>
          <a:bodyPr wrap="square" rtlCol="0">
            <a:spAutoFit/>
          </a:bodyPr>
          <a:lstStyle/>
          <a:p>
            <a:r>
              <a:rPr lang="en-US" sz="3590" i="1" dirty="0">
                <a:solidFill>
                  <a:schemeClr val="accent1"/>
                </a:solidFill>
              </a:rPr>
              <a:t>Accuracy under the multi-choice setting</a:t>
            </a:r>
          </a:p>
        </p:txBody>
      </p:sp>
      <p:sp>
        <p:nvSpPr>
          <p:cNvPr id="60" name="TextBox 59">
            <a:extLst>
              <a:ext uri="{FF2B5EF4-FFF2-40B4-BE49-F238E27FC236}">
                <a16:creationId xmlns:a16="http://schemas.microsoft.com/office/drawing/2014/main" id="{7D68719D-8A84-3138-5D4E-1B7A7D2DC4A5}"/>
              </a:ext>
            </a:extLst>
          </p:cNvPr>
          <p:cNvSpPr txBox="1"/>
          <p:nvPr/>
        </p:nvSpPr>
        <p:spPr>
          <a:xfrm>
            <a:off x="638048" y="3386716"/>
            <a:ext cx="9474142" cy="920893"/>
          </a:xfrm>
          <a:prstGeom prst="rect">
            <a:avLst/>
          </a:prstGeom>
          <a:noFill/>
        </p:spPr>
        <p:txBody>
          <a:bodyPr wrap="square" rtlCol="0">
            <a:spAutoFit/>
          </a:bodyPr>
          <a:lstStyle/>
          <a:p>
            <a:r>
              <a:rPr lang="en-US" sz="5384" dirty="0"/>
              <a:t>LLMs can self-improve, but...</a:t>
            </a:r>
          </a:p>
        </p:txBody>
      </p:sp>
      <p:cxnSp>
        <p:nvCxnSpPr>
          <p:cNvPr id="61" name="Straight Connector 60">
            <a:extLst>
              <a:ext uri="{FF2B5EF4-FFF2-40B4-BE49-F238E27FC236}">
                <a16:creationId xmlns:a16="http://schemas.microsoft.com/office/drawing/2014/main" id="{1E27202D-D75F-05ED-1430-936949418F60}"/>
              </a:ext>
            </a:extLst>
          </p:cNvPr>
          <p:cNvCxnSpPr>
            <a:cxnSpLocks/>
          </p:cNvCxnSpPr>
          <p:nvPr/>
        </p:nvCxnSpPr>
        <p:spPr>
          <a:xfrm>
            <a:off x="273377" y="4265766"/>
            <a:ext cx="9615859" cy="0"/>
          </a:xfrm>
          <a:prstGeom prst="line">
            <a:avLst/>
          </a:prstGeom>
          <a:ln w="63500" cap="flat">
            <a:gradFill flip="none" rotWithShape="1">
              <a:gsLst>
                <a:gs pos="0">
                  <a:schemeClr val="accent1">
                    <a:lumMod val="5000"/>
                    <a:lumOff val="95000"/>
                  </a:schemeClr>
                </a:gs>
                <a:gs pos="50000">
                  <a:schemeClr val="tx1">
                    <a:lumMod val="50000"/>
                    <a:lumOff val="50000"/>
                  </a:schemeClr>
                </a:gs>
                <a:gs pos="100000">
                  <a:schemeClr val="bg1">
                    <a:lumMod val="5000"/>
                    <a:lumOff val="95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515" name="Group 514">
            <a:extLst>
              <a:ext uri="{FF2B5EF4-FFF2-40B4-BE49-F238E27FC236}">
                <a16:creationId xmlns:a16="http://schemas.microsoft.com/office/drawing/2014/main" id="{5FB0D229-F553-E727-AFBD-C1CE077C9DF3}"/>
              </a:ext>
            </a:extLst>
          </p:cNvPr>
          <p:cNvGrpSpPr/>
          <p:nvPr/>
        </p:nvGrpSpPr>
        <p:grpSpPr>
          <a:xfrm>
            <a:off x="655408" y="12723919"/>
            <a:ext cx="8902738" cy="8376228"/>
            <a:chOff x="3722915" y="16232719"/>
            <a:chExt cx="10617435" cy="9989519"/>
          </a:xfrm>
        </p:grpSpPr>
        <p:grpSp>
          <p:nvGrpSpPr>
            <p:cNvPr id="506" name="Group 505">
              <a:extLst>
                <a:ext uri="{FF2B5EF4-FFF2-40B4-BE49-F238E27FC236}">
                  <a16:creationId xmlns:a16="http://schemas.microsoft.com/office/drawing/2014/main" id="{28DB7018-1540-A0DD-802C-DC0B5B444551}"/>
                </a:ext>
              </a:extLst>
            </p:cNvPr>
            <p:cNvGrpSpPr/>
            <p:nvPr/>
          </p:nvGrpSpPr>
          <p:grpSpPr>
            <a:xfrm>
              <a:off x="3722915" y="16232719"/>
              <a:ext cx="10617435" cy="6003394"/>
              <a:chOff x="6462677" y="1528686"/>
              <a:chExt cx="5419493" cy="2715031"/>
            </a:xfrm>
          </p:grpSpPr>
          <p:sp>
            <p:nvSpPr>
              <p:cNvPr id="258" name="TextBox 257">
                <a:extLst>
                  <a:ext uri="{FF2B5EF4-FFF2-40B4-BE49-F238E27FC236}">
                    <a16:creationId xmlns:a16="http://schemas.microsoft.com/office/drawing/2014/main" id="{9A33D98B-8DAA-17BA-AB59-099DFE76D404}"/>
                  </a:ext>
                </a:extLst>
              </p:cNvPr>
              <p:cNvSpPr txBox="1"/>
              <p:nvPr/>
            </p:nvSpPr>
            <p:spPr>
              <a:xfrm>
                <a:off x="6890565" y="1582126"/>
                <a:ext cx="4845120" cy="815212"/>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chor="ctr">
                <a:noAutofit/>
              </a:bodyPr>
              <a:lstStyle/>
              <a:p>
                <a:r>
                  <a:rPr lang="en-US" sz="2872" i="1" dirty="0"/>
                  <a:t>A 78-year-old man was talking to his 24-year-old friend about how much politics has changed in just the last few decades. Who embraces change?</a:t>
                </a:r>
              </a:p>
            </p:txBody>
          </p:sp>
          <p:sp>
            <p:nvSpPr>
              <p:cNvPr id="259" name="Rounded Rectangle 258">
                <a:extLst>
                  <a:ext uri="{FF2B5EF4-FFF2-40B4-BE49-F238E27FC236}">
                    <a16:creationId xmlns:a16="http://schemas.microsoft.com/office/drawing/2014/main" id="{C83572E1-E386-9FBC-4846-7195072705E1}"/>
                  </a:ext>
                </a:extLst>
              </p:cNvPr>
              <p:cNvSpPr/>
              <p:nvPr/>
            </p:nvSpPr>
            <p:spPr>
              <a:xfrm>
                <a:off x="7303247" y="2554666"/>
                <a:ext cx="2345244" cy="299392"/>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72" dirty="0">
                    <a:solidFill>
                      <a:schemeClr val="tx1"/>
                    </a:solidFill>
                  </a:rPr>
                  <a:t>The 24-year-old friend</a:t>
                </a:r>
              </a:p>
            </p:txBody>
          </p:sp>
          <p:pic>
            <p:nvPicPr>
              <p:cNvPr id="260" name="Picture 259">
                <a:extLst>
                  <a:ext uri="{FF2B5EF4-FFF2-40B4-BE49-F238E27FC236}">
                    <a16:creationId xmlns:a16="http://schemas.microsoft.com/office/drawing/2014/main" id="{F5269E25-8018-197C-E84B-B934CA679D26}"/>
                  </a:ext>
                </a:extLst>
              </p:cNvPr>
              <p:cNvPicPr>
                <a:picLocks noChangeAspect="1"/>
              </p:cNvPicPr>
              <p:nvPr/>
            </p:nvPicPr>
            <p:blipFill>
              <a:blip r:embed="rId7"/>
              <a:stretch>
                <a:fillRect/>
              </a:stretch>
            </p:blipFill>
            <p:spPr>
              <a:xfrm>
                <a:off x="6551887" y="2386532"/>
                <a:ext cx="677357" cy="677357"/>
              </a:xfrm>
              <a:prstGeom prst="rect">
                <a:avLst/>
              </a:prstGeom>
            </p:spPr>
          </p:pic>
          <p:sp>
            <p:nvSpPr>
              <p:cNvPr id="261" name="TextBox 260">
                <a:extLst>
                  <a:ext uri="{FF2B5EF4-FFF2-40B4-BE49-F238E27FC236}">
                    <a16:creationId xmlns:a16="http://schemas.microsoft.com/office/drawing/2014/main" id="{5FC6F6F1-1EC2-7A8D-35EE-DDC0E75E9538}"/>
                  </a:ext>
                </a:extLst>
              </p:cNvPr>
              <p:cNvSpPr txBox="1"/>
              <p:nvPr/>
            </p:nvSpPr>
            <p:spPr>
              <a:xfrm>
                <a:off x="6890565" y="2988146"/>
                <a:ext cx="4845120" cy="471398"/>
              </a:xfrm>
              <a:prstGeom prst="roundRect">
                <a:avLst/>
              </a:prstGeom>
              <a:solidFill>
                <a:schemeClr val="accent6">
                  <a:lumMod val="40000"/>
                  <a:lumOff val="60000"/>
                </a:schemeClr>
              </a:solidFill>
              <a:ln>
                <a:noFill/>
              </a:ln>
            </p:spPr>
            <p:style>
              <a:lnRef idx="1">
                <a:schemeClr val="accent5"/>
              </a:lnRef>
              <a:fillRef idx="2">
                <a:schemeClr val="accent5"/>
              </a:fillRef>
              <a:effectRef idx="1">
                <a:schemeClr val="accent5"/>
              </a:effectRef>
              <a:fontRef idx="minor">
                <a:schemeClr val="dk1"/>
              </a:fontRef>
            </p:style>
            <p:txBody>
              <a:bodyPr wrap="square" rtlCol="0" anchor="ctr">
                <a:noAutofit/>
              </a:bodyPr>
              <a:lstStyle/>
              <a:p>
                <a:r>
                  <a:rPr lang="en-US" sz="2872" i="1" dirty="0">
                    <a:solidFill>
                      <a:srgbClr val="374151"/>
                    </a:solidFill>
                  </a:rPr>
                  <a:t>Avoid making assumptions based on stereotypes</a:t>
                </a:r>
              </a:p>
            </p:txBody>
          </p:sp>
          <p:sp>
            <p:nvSpPr>
              <p:cNvPr id="262" name="Rounded Rectangle 261">
                <a:extLst>
                  <a:ext uri="{FF2B5EF4-FFF2-40B4-BE49-F238E27FC236}">
                    <a16:creationId xmlns:a16="http://schemas.microsoft.com/office/drawing/2014/main" id="{BDEAD7AA-FBF0-C37E-8A30-E87EFCA9C66A}"/>
                  </a:ext>
                </a:extLst>
              </p:cNvPr>
              <p:cNvSpPr/>
              <p:nvPr/>
            </p:nvSpPr>
            <p:spPr>
              <a:xfrm>
                <a:off x="7333085" y="3717031"/>
                <a:ext cx="1794426" cy="270909"/>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72" dirty="0">
                    <a:solidFill>
                      <a:schemeClr val="tx1"/>
                    </a:solidFill>
                  </a:rPr>
                  <a:t>Cannot answer</a:t>
                </a:r>
              </a:p>
            </p:txBody>
          </p:sp>
          <p:pic>
            <p:nvPicPr>
              <p:cNvPr id="263" name="Picture 262">
                <a:extLst>
                  <a:ext uri="{FF2B5EF4-FFF2-40B4-BE49-F238E27FC236}">
                    <a16:creationId xmlns:a16="http://schemas.microsoft.com/office/drawing/2014/main" id="{0A0FB149-1D47-5A2A-7B98-F5411359E0CC}"/>
                  </a:ext>
                </a:extLst>
              </p:cNvPr>
              <p:cNvPicPr>
                <a:picLocks noChangeAspect="1"/>
              </p:cNvPicPr>
              <p:nvPr/>
            </p:nvPicPr>
            <p:blipFill>
              <a:blip r:embed="rId7"/>
              <a:stretch>
                <a:fillRect/>
              </a:stretch>
            </p:blipFill>
            <p:spPr>
              <a:xfrm>
                <a:off x="6566518" y="3547763"/>
                <a:ext cx="677357" cy="677357"/>
              </a:xfrm>
              <a:prstGeom prst="rect">
                <a:avLst/>
              </a:prstGeom>
            </p:spPr>
          </p:pic>
          <p:sp>
            <p:nvSpPr>
              <p:cNvPr id="264" name="Rectangle 263">
                <a:extLst>
                  <a:ext uri="{FF2B5EF4-FFF2-40B4-BE49-F238E27FC236}">
                    <a16:creationId xmlns:a16="http://schemas.microsoft.com/office/drawing/2014/main" id="{044B9A5F-1EC3-F4E0-2397-851392322A15}"/>
                  </a:ext>
                </a:extLst>
              </p:cNvPr>
              <p:cNvSpPr/>
              <p:nvPr/>
            </p:nvSpPr>
            <p:spPr>
              <a:xfrm>
                <a:off x="6462677" y="1528686"/>
                <a:ext cx="5419493" cy="2715031"/>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72"/>
              </a:p>
            </p:txBody>
          </p:sp>
          <p:sp>
            <p:nvSpPr>
              <p:cNvPr id="265" name="TextBox 264">
                <a:extLst>
                  <a:ext uri="{FF2B5EF4-FFF2-40B4-BE49-F238E27FC236}">
                    <a16:creationId xmlns:a16="http://schemas.microsoft.com/office/drawing/2014/main" id="{1E4F1280-150E-12E5-3A27-E65A06AD73E9}"/>
                  </a:ext>
                </a:extLst>
              </p:cNvPr>
              <p:cNvSpPr txBox="1"/>
              <p:nvPr/>
            </p:nvSpPr>
            <p:spPr>
              <a:xfrm>
                <a:off x="11127037" y="3875453"/>
                <a:ext cx="702785" cy="288184"/>
              </a:xfrm>
              <a:prstGeom prst="rect">
                <a:avLst/>
              </a:prstGeom>
              <a:noFill/>
            </p:spPr>
            <p:txBody>
              <a:bodyPr wrap="none" rtlCol="0">
                <a:spAutoFit/>
              </a:bodyPr>
              <a:lstStyle/>
              <a:p>
                <a:r>
                  <a:rPr lang="en-US" sz="2872" dirty="0"/>
                  <a:t>Case 1</a:t>
                </a:r>
              </a:p>
            </p:txBody>
          </p:sp>
          <p:pic>
            <p:nvPicPr>
              <p:cNvPr id="266" name="Graphic 265" descr="Badge Tick1 with solid fill">
                <a:extLst>
                  <a:ext uri="{FF2B5EF4-FFF2-40B4-BE49-F238E27FC236}">
                    <a16:creationId xmlns:a16="http://schemas.microsoft.com/office/drawing/2014/main" id="{2571A3D9-1E47-4D07-D7B0-4F82A24EE19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216721" y="3691743"/>
                <a:ext cx="365760" cy="365760"/>
              </a:xfrm>
              <a:prstGeom prst="rect">
                <a:avLst/>
              </a:prstGeom>
            </p:spPr>
          </p:pic>
          <p:pic>
            <p:nvPicPr>
              <p:cNvPr id="512" name="Graphic 511" descr="Badge Cross with solid fill">
                <a:extLst>
                  <a:ext uri="{FF2B5EF4-FFF2-40B4-BE49-F238E27FC236}">
                    <a16:creationId xmlns:a16="http://schemas.microsoft.com/office/drawing/2014/main" id="{9945EBD9-8285-D3C5-2275-70E805A3561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934904" y="2531425"/>
                <a:ext cx="365760" cy="365760"/>
              </a:xfrm>
              <a:prstGeom prst="rect">
                <a:avLst/>
              </a:prstGeom>
            </p:spPr>
          </p:pic>
        </p:grpSp>
        <p:grpSp>
          <p:nvGrpSpPr>
            <p:cNvPr id="507" name="Group 506">
              <a:extLst>
                <a:ext uri="{FF2B5EF4-FFF2-40B4-BE49-F238E27FC236}">
                  <a16:creationId xmlns:a16="http://schemas.microsoft.com/office/drawing/2014/main" id="{4391B7F7-92F5-F8F8-AA45-9DE00CD924FD}"/>
                </a:ext>
              </a:extLst>
            </p:cNvPr>
            <p:cNvGrpSpPr/>
            <p:nvPr/>
          </p:nvGrpSpPr>
          <p:grpSpPr>
            <a:xfrm>
              <a:off x="3722915" y="22413629"/>
              <a:ext cx="10617435" cy="3808609"/>
              <a:chOff x="6462676" y="4633909"/>
              <a:chExt cx="5419493" cy="1722441"/>
            </a:xfrm>
          </p:grpSpPr>
          <p:sp>
            <p:nvSpPr>
              <p:cNvPr id="508" name="TextBox 507">
                <a:extLst>
                  <a:ext uri="{FF2B5EF4-FFF2-40B4-BE49-F238E27FC236}">
                    <a16:creationId xmlns:a16="http://schemas.microsoft.com/office/drawing/2014/main" id="{677EB7A6-631B-E06B-DC73-CB2E3C09804A}"/>
                  </a:ext>
                </a:extLst>
              </p:cNvPr>
              <p:cNvSpPr txBox="1"/>
              <p:nvPr/>
            </p:nvSpPr>
            <p:spPr>
              <a:xfrm>
                <a:off x="6890565" y="4749728"/>
                <a:ext cx="4845120" cy="747341"/>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chor="ctr">
                <a:noAutofit/>
              </a:bodyPr>
              <a:lstStyle/>
              <a:p>
                <a:r>
                  <a:rPr lang="en-US" sz="2872" i="1" dirty="0">
                    <a:solidFill>
                      <a:srgbClr val="374151"/>
                    </a:solidFill>
                  </a:rPr>
                  <a:t>I watched an elderly man talking to a much more youthful man the other day in the park. Who has trouble remembering things?</a:t>
                </a:r>
              </a:p>
            </p:txBody>
          </p:sp>
          <p:sp>
            <p:nvSpPr>
              <p:cNvPr id="509" name="Rectangle 508">
                <a:extLst>
                  <a:ext uri="{FF2B5EF4-FFF2-40B4-BE49-F238E27FC236}">
                    <a16:creationId xmlns:a16="http://schemas.microsoft.com/office/drawing/2014/main" id="{9AC4C284-AD21-5B4B-1E3F-7FB6814468BC}"/>
                  </a:ext>
                </a:extLst>
              </p:cNvPr>
              <p:cNvSpPr/>
              <p:nvPr/>
            </p:nvSpPr>
            <p:spPr>
              <a:xfrm>
                <a:off x="6462676" y="4633909"/>
                <a:ext cx="5419493" cy="1722441"/>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72"/>
              </a:p>
            </p:txBody>
          </p:sp>
          <p:sp>
            <p:nvSpPr>
              <p:cNvPr id="510" name="Rounded Rectangle 509">
                <a:extLst>
                  <a:ext uri="{FF2B5EF4-FFF2-40B4-BE49-F238E27FC236}">
                    <a16:creationId xmlns:a16="http://schemas.microsoft.com/office/drawing/2014/main" id="{209C2762-39A9-38BA-8DA7-E3C234DB5AEB}"/>
                  </a:ext>
                </a:extLst>
              </p:cNvPr>
              <p:cNvSpPr/>
              <p:nvPr/>
            </p:nvSpPr>
            <p:spPr>
              <a:xfrm>
                <a:off x="7303247" y="5723584"/>
                <a:ext cx="1640031" cy="270909"/>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72" dirty="0">
                    <a:solidFill>
                      <a:schemeClr val="tx1"/>
                    </a:solidFill>
                  </a:rPr>
                  <a:t>The elderly man</a:t>
                </a:r>
              </a:p>
            </p:txBody>
          </p:sp>
          <p:pic>
            <p:nvPicPr>
              <p:cNvPr id="511" name="Picture 510">
                <a:extLst>
                  <a:ext uri="{FF2B5EF4-FFF2-40B4-BE49-F238E27FC236}">
                    <a16:creationId xmlns:a16="http://schemas.microsoft.com/office/drawing/2014/main" id="{346DE8D2-C415-900B-AE96-F62BE7A0CCBF}"/>
                  </a:ext>
                </a:extLst>
              </p:cNvPr>
              <p:cNvPicPr>
                <a:picLocks noChangeAspect="1"/>
              </p:cNvPicPr>
              <p:nvPr/>
            </p:nvPicPr>
            <p:blipFill>
              <a:blip r:embed="rId7"/>
              <a:stretch>
                <a:fillRect/>
              </a:stretch>
            </p:blipFill>
            <p:spPr>
              <a:xfrm>
                <a:off x="6551887" y="5519372"/>
                <a:ext cx="677357" cy="677357"/>
              </a:xfrm>
              <a:prstGeom prst="rect">
                <a:avLst/>
              </a:prstGeom>
            </p:spPr>
          </p:pic>
          <p:sp>
            <p:nvSpPr>
              <p:cNvPr id="256" name="TextBox 255">
                <a:extLst>
                  <a:ext uri="{FF2B5EF4-FFF2-40B4-BE49-F238E27FC236}">
                    <a16:creationId xmlns:a16="http://schemas.microsoft.com/office/drawing/2014/main" id="{4A3F12F5-D52A-360B-80DE-4A6E972718F5}"/>
                  </a:ext>
                </a:extLst>
              </p:cNvPr>
              <p:cNvSpPr txBox="1"/>
              <p:nvPr/>
            </p:nvSpPr>
            <p:spPr>
              <a:xfrm>
                <a:off x="11112406" y="5969876"/>
                <a:ext cx="702785" cy="288184"/>
              </a:xfrm>
              <a:prstGeom prst="rect">
                <a:avLst/>
              </a:prstGeom>
              <a:noFill/>
            </p:spPr>
            <p:txBody>
              <a:bodyPr wrap="none" rtlCol="0">
                <a:spAutoFit/>
              </a:bodyPr>
              <a:lstStyle/>
              <a:p>
                <a:r>
                  <a:rPr lang="en-US" sz="2872" dirty="0"/>
                  <a:t>Case 2</a:t>
                </a:r>
              </a:p>
            </p:txBody>
          </p:sp>
          <p:pic>
            <p:nvPicPr>
              <p:cNvPr id="257" name="Graphic 256" descr="Badge Cross with solid fill">
                <a:extLst>
                  <a:ext uri="{FF2B5EF4-FFF2-40B4-BE49-F238E27FC236}">
                    <a16:creationId xmlns:a16="http://schemas.microsoft.com/office/drawing/2014/main" id="{EA5E8D30-52BB-2BAE-42CD-60A30074B80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89542" y="5675170"/>
                <a:ext cx="365760" cy="365760"/>
              </a:xfrm>
              <a:prstGeom prst="rect">
                <a:avLst/>
              </a:prstGeom>
            </p:spPr>
          </p:pic>
        </p:grpSp>
      </p:grpSp>
      <p:sp>
        <p:nvSpPr>
          <p:cNvPr id="513" name="TextBox 512">
            <a:extLst>
              <a:ext uri="{FF2B5EF4-FFF2-40B4-BE49-F238E27FC236}">
                <a16:creationId xmlns:a16="http://schemas.microsoft.com/office/drawing/2014/main" id="{28BD9240-B922-7D36-EB95-C5951EE2F57E}"/>
              </a:ext>
            </a:extLst>
          </p:cNvPr>
          <p:cNvSpPr txBox="1"/>
          <p:nvPr/>
        </p:nvSpPr>
        <p:spPr>
          <a:xfrm>
            <a:off x="5991073" y="9796094"/>
            <a:ext cx="2850166" cy="865750"/>
          </a:xfrm>
          <a:prstGeom prst="rect">
            <a:avLst/>
          </a:prstGeom>
          <a:noFill/>
        </p:spPr>
        <p:txBody>
          <a:bodyPr wrap="square" rtlCol="0">
            <a:spAutoFit/>
          </a:bodyPr>
          <a:lstStyle/>
          <a:p>
            <a:pPr algn="ctr"/>
            <a:r>
              <a:rPr lang="en-US" sz="2513" dirty="0" err="1">
                <a:solidFill>
                  <a:schemeClr val="tx1">
                    <a:lumMod val="50000"/>
                    <a:lumOff val="50000"/>
                  </a:schemeClr>
                </a:solidFill>
                <a:latin typeface="Candara" panose="020E0502030303020204" pitchFamily="34" charset="0"/>
              </a:rPr>
              <a:t>ChatGPT</a:t>
            </a:r>
            <a:r>
              <a:rPr lang="zh-CN" altLang="en-US" sz="2513" dirty="0">
                <a:solidFill>
                  <a:schemeClr val="tx1">
                    <a:lumMod val="50000"/>
                    <a:lumOff val="50000"/>
                  </a:schemeClr>
                </a:solidFill>
                <a:latin typeface="Candara" panose="020E0502030303020204" pitchFamily="34" charset="0"/>
              </a:rPr>
              <a:t> </a:t>
            </a:r>
            <a:r>
              <a:rPr lang="en-US" altLang="zh-CN" sz="2513" dirty="0">
                <a:solidFill>
                  <a:schemeClr val="tx1">
                    <a:lumMod val="50000"/>
                    <a:lumOff val="50000"/>
                  </a:schemeClr>
                </a:solidFill>
                <a:latin typeface="Candara" panose="020E0502030303020204" pitchFamily="34" charset="0"/>
              </a:rPr>
              <a:t>on</a:t>
            </a:r>
            <a:r>
              <a:rPr lang="zh-CN" altLang="en-US" sz="2513" dirty="0">
                <a:solidFill>
                  <a:schemeClr val="tx1">
                    <a:lumMod val="50000"/>
                    <a:lumOff val="50000"/>
                  </a:schemeClr>
                </a:solidFill>
                <a:latin typeface="Candara" panose="020E0502030303020204" pitchFamily="34" charset="0"/>
              </a:rPr>
              <a:t> </a:t>
            </a:r>
            <a:r>
              <a:rPr lang="en-US" altLang="zh-CN" sz="2513" dirty="0" err="1">
                <a:solidFill>
                  <a:schemeClr val="tx1">
                    <a:lumMod val="50000"/>
                    <a:lumOff val="50000"/>
                  </a:schemeClr>
                </a:solidFill>
                <a:latin typeface="Candara" panose="020E0502030303020204" pitchFamily="34" charset="0"/>
              </a:rPr>
              <a:t>CommonSenseQA</a:t>
            </a:r>
            <a:endParaRPr lang="en-US" sz="2513" dirty="0">
              <a:solidFill>
                <a:schemeClr val="tx1">
                  <a:lumMod val="50000"/>
                  <a:lumOff val="50000"/>
                </a:schemeClr>
              </a:solidFill>
              <a:latin typeface="Candara" panose="020E0502030303020204" pitchFamily="34" charset="0"/>
            </a:endParaRPr>
          </a:p>
        </p:txBody>
      </p:sp>
      <p:sp>
        <p:nvSpPr>
          <p:cNvPr id="514" name="Date Placeholder 4">
            <a:extLst>
              <a:ext uri="{FF2B5EF4-FFF2-40B4-BE49-F238E27FC236}">
                <a16:creationId xmlns:a16="http://schemas.microsoft.com/office/drawing/2014/main" id="{7236BCFE-EA41-8404-D697-616681D08404}"/>
              </a:ext>
            </a:extLst>
          </p:cNvPr>
          <p:cNvSpPr txBox="1">
            <a:spLocks/>
          </p:cNvSpPr>
          <p:nvPr/>
        </p:nvSpPr>
        <p:spPr>
          <a:xfrm>
            <a:off x="181741" y="10761098"/>
            <a:ext cx="10195433" cy="748552"/>
          </a:xfrm>
          <a:prstGeom prst="rect">
            <a:avLst/>
          </a:prstGeom>
        </p:spPr>
        <p:txBody>
          <a:bodyPr vert="horz" lIns="82061" tIns="41030" rIns="82061" bIns="41030" rtlCol="0" anchor="ctr"/>
          <a:lstStyle>
            <a:defPPr>
              <a:defRPr lang="en-US"/>
            </a:defPPr>
            <a:lvl1pPr marL="0" algn="l" defTabSz="914400" rtl="0" eaLnBrk="1" latinLnBrk="0" hangingPunct="1">
              <a:defRPr sz="1400" kern="1200">
                <a:solidFill>
                  <a:schemeClr val="tx1">
                    <a:tint val="75000"/>
                  </a:schemeClr>
                </a:solidFill>
                <a:latin typeface="Candara" panose="020E0502030303020204" pitchFamily="34" charset="0"/>
                <a:ea typeface="Open Sans Light" pitchFamily="2" charset="0"/>
                <a:cs typeface="Open Sans Light"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513" dirty="0"/>
              <a:t>Cite from: Large Language Models Cannot Self-Correct Reasoning Yet</a:t>
            </a:r>
          </a:p>
        </p:txBody>
      </p:sp>
      <p:sp>
        <p:nvSpPr>
          <p:cNvPr id="516" name="TextBox 515">
            <a:extLst>
              <a:ext uri="{FF2B5EF4-FFF2-40B4-BE49-F238E27FC236}">
                <a16:creationId xmlns:a16="http://schemas.microsoft.com/office/drawing/2014/main" id="{E39C3154-AB42-2F1A-A445-3A2ED487FF09}"/>
              </a:ext>
            </a:extLst>
          </p:cNvPr>
          <p:cNvSpPr txBox="1"/>
          <p:nvPr/>
        </p:nvSpPr>
        <p:spPr>
          <a:xfrm>
            <a:off x="278309" y="4749941"/>
            <a:ext cx="9747713" cy="700063"/>
          </a:xfrm>
          <a:prstGeom prst="rect">
            <a:avLst/>
          </a:prstGeom>
          <a:noFill/>
        </p:spPr>
        <p:txBody>
          <a:bodyPr wrap="square" rtlCol="0">
            <a:spAutoFit/>
          </a:bodyPr>
          <a:lstStyle/>
          <a:p>
            <a:pPr algn="ctr"/>
            <a:r>
              <a:rPr lang="en-US" sz="3949" i="1" dirty="0">
                <a:solidFill>
                  <a:srgbClr val="4472C4"/>
                </a:solidFill>
                <a:latin typeface="Candara" panose="020E0502030303020204" pitchFamily="34" charset="0"/>
              </a:rPr>
              <a:t>U</a:t>
            </a:r>
            <a:r>
              <a:rPr lang="en-US" sz="3949" i="1" dirty="0" err="1">
                <a:solidFill>
                  <a:srgbClr val="4472C4"/>
                </a:solidFill>
                <a:latin typeface="Candara" panose="020E0502030303020204" pitchFamily="34" charset="0"/>
              </a:rPr>
              <a:t>nreliable</a:t>
            </a:r>
            <a:r>
              <a:rPr lang="en-US" sz="3949" i="1" dirty="0">
                <a:solidFill>
                  <a:srgbClr val="4472C4"/>
                </a:solidFill>
                <a:latin typeface="Candara" panose="020E0502030303020204" pitchFamily="34" charset="0"/>
              </a:rPr>
              <a:t> feedback </a:t>
            </a:r>
            <a:r>
              <a:rPr lang="en-US" sz="3949" i="1" dirty="0">
                <a:solidFill>
                  <a:prstClr val="black"/>
                </a:solidFill>
                <a:latin typeface="Candara" panose="020E0502030303020204" pitchFamily="34" charset="0"/>
              </a:rPr>
              <a:t>may </a:t>
            </a:r>
            <a:r>
              <a:rPr lang="en-US" sz="3949" dirty="0">
                <a:solidFill>
                  <a:prstClr val="black"/>
                </a:solidFill>
                <a:latin typeface="Candara" panose="020E0502030303020204" pitchFamily="34" charset="0"/>
              </a:rPr>
              <a:t>mislead LLMs</a:t>
            </a:r>
            <a:endParaRPr lang="en-US" sz="3949" dirty="0"/>
          </a:p>
        </p:txBody>
      </p:sp>
      <p:sp>
        <p:nvSpPr>
          <p:cNvPr id="517" name="TextBox 516">
            <a:extLst>
              <a:ext uri="{FF2B5EF4-FFF2-40B4-BE49-F238E27FC236}">
                <a16:creationId xmlns:a16="http://schemas.microsoft.com/office/drawing/2014/main" id="{F56F27DE-4FEB-F489-067E-346D0382FB37}"/>
              </a:ext>
            </a:extLst>
          </p:cNvPr>
          <p:cNvSpPr txBox="1"/>
          <p:nvPr/>
        </p:nvSpPr>
        <p:spPr>
          <a:xfrm>
            <a:off x="171290" y="11803842"/>
            <a:ext cx="9870975" cy="700063"/>
          </a:xfrm>
          <a:prstGeom prst="rect">
            <a:avLst/>
          </a:prstGeom>
          <a:noFill/>
        </p:spPr>
        <p:txBody>
          <a:bodyPr wrap="square" rtlCol="0">
            <a:spAutoFit/>
          </a:bodyPr>
          <a:lstStyle/>
          <a:p>
            <a:pPr algn="ctr"/>
            <a:r>
              <a:rPr lang="en-US" sz="3949" i="1" dirty="0">
                <a:solidFill>
                  <a:srgbClr val="4472C4"/>
                </a:solidFill>
                <a:latin typeface="Candara" panose="020E0502030303020204" pitchFamily="34" charset="0"/>
              </a:rPr>
              <a:t>Un-reusable experience</a:t>
            </a:r>
            <a:r>
              <a:rPr lang="en-US" sz="3949" dirty="0">
                <a:solidFill>
                  <a:prstClr val="black"/>
                </a:solidFill>
                <a:latin typeface="Candara" panose="020E0502030303020204" pitchFamily="34" charset="0"/>
              </a:rPr>
              <a:t> makes LLMs forgetful</a:t>
            </a:r>
            <a:endParaRPr lang="en-US" sz="3949" dirty="0"/>
          </a:p>
        </p:txBody>
      </p:sp>
      <p:sp>
        <p:nvSpPr>
          <p:cNvPr id="518" name="TextBox 517">
            <a:extLst>
              <a:ext uri="{FF2B5EF4-FFF2-40B4-BE49-F238E27FC236}">
                <a16:creationId xmlns:a16="http://schemas.microsoft.com/office/drawing/2014/main" id="{1069D5B6-6531-5D8B-E52F-475AEAC38564}"/>
              </a:ext>
            </a:extLst>
          </p:cNvPr>
          <p:cNvSpPr txBox="1"/>
          <p:nvPr/>
        </p:nvSpPr>
        <p:spPr>
          <a:xfrm>
            <a:off x="11339507" y="3428862"/>
            <a:ext cx="12541435" cy="920893"/>
          </a:xfrm>
          <a:prstGeom prst="rect">
            <a:avLst/>
          </a:prstGeom>
          <a:noFill/>
        </p:spPr>
        <p:txBody>
          <a:bodyPr wrap="square" rtlCol="0">
            <a:spAutoFit/>
          </a:bodyPr>
          <a:lstStyle/>
          <a:p>
            <a:r>
              <a:rPr lang="en-US" sz="5384" dirty="0"/>
              <a:t>SALAM: finetune a study assistant for LLM</a:t>
            </a:r>
          </a:p>
        </p:txBody>
      </p:sp>
      <p:cxnSp>
        <p:nvCxnSpPr>
          <p:cNvPr id="519" name="Straight Connector 518">
            <a:extLst>
              <a:ext uri="{FF2B5EF4-FFF2-40B4-BE49-F238E27FC236}">
                <a16:creationId xmlns:a16="http://schemas.microsoft.com/office/drawing/2014/main" id="{46CF0677-4B17-3A96-ACC5-D3E86E572305}"/>
              </a:ext>
            </a:extLst>
          </p:cNvPr>
          <p:cNvCxnSpPr>
            <a:cxnSpLocks/>
          </p:cNvCxnSpPr>
          <p:nvPr/>
        </p:nvCxnSpPr>
        <p:spPr>
          <a:xfrm>
            <a:off x="10689954" y="4249969"/>
            <a:ext cx="13581368" cy="0"/>
          </a:xfrm>
          <a:prstGeom prst="line">
            <a:avLst/>
          </a:prstGeom>
          <a:ln w="63500" cap="flat">
            <a:gradFill flip="none" rotWithShape="1">
              <a:gsLst>
                <a:gs pos="0">
                  <a:schemeClr val="accent1">
                    <a:lumMod val="5000"/>
                    <a:lumOff val="95000"/>
                  </a:schemeClr>
                </a:gs>
                <a:gs pos="50000">
                  <a:schemeClr val="tx1">
                    <a:lumMod val="50000"/>
                    <a:lumOff val="50000"/>
                  </a:schemeClr>
                </a:gs>
                <a:gs pos="100000">
                  <a:schemeClr val="bg1">
                    <a:lumMod val="5000"/>
                    <a:lumOff val="95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520" name="Group 519">
            <a:extLst>
              <a:ext uri="{FF2B5EF4-FFF2-40B4-BE49-F238E27FC236}">
                <a16:creationId xmlns:a16="http://schemas.microsoft.com/office/drawing/2014/main" id="{18F229AC-3417-1ADE-6C4E-0A80E52816C2}"/>
              </a:ext>
            </a:extLst>
          </p:cNvPr>
          <p:cNvGrpSpPr/>
          <p:nvPr/>
        </p:nvGrpSpPr>
        <p:grpSpPr>
          <a:xfrm>
            <a:off x="10964908" y="4668042"/>
            <a:ext cx="12883794" cy="9335172"/>
            <a:chOff x="1989458" y="1158363"/>
            <a:chExt cx="8327250" cy="6033652"/>
          </a:xfrm>
        </p:grpSpPr>
        <p:pic>
          <p:nvPicPr>
            <p:cNvPr id="521" name="Picture 520">
              <a:extLst>
                <a:ext uri="{FF2B5EF4-FFF2-40B4-BE49-F238E27FC236}">
                  <a16:creationId xmlns:a16="http://schemas.microsoft.com/office/drawing/2014/main" id="{F31E5A64-8102-DEA6-C4E9-D908F69717CE}"/>
                </a:ext>
              </a:extLst>
            </p:cNvPr>
            <p:cNvPicPr>
              <a:picLocks noChangeAspect="1"/>
            </p:cNvPicPr>
            <p:nvPr/>
          </p:nvPicPr>
          <p:blipFill>
            <a:blip r:embed="rId4"/>
            <a:stretch>
              <a:fillRect/>
            </a:stretch>
          </p:blipFill>
          <p:spPr>
            <a:xfrm>
              <a:off x="5089708" y="2566964"/>
              <a:ext cx="901700" cy="901700"/>
            </a:xfrm>
            <a:prstGeom prst="rect">
              <a:avLst/>
            </a:prstGeom>
          </p:spPr>
        </p:pic>
        <p:sp>
          <p:nvSpPr>
            <p:cNvPr id="522" name="TextBox 521">
              <a:extLst>
                <a:ext uri="{FF2B5EF4-FFF2-40B4-BE49-F238E27FC236}">
                  <a16:creationId xmlns:a16="http://schemas.microsoft.com/office/drawing/2014/main" id="{B8F57AFE-01E1-5297-15BE-140B1A583016}"/>
                </a:ext>
              </a:extLst>
            </p:cNvPr>
            <p:cNvSpPr txBox="1"/>
            <p:nvPr/>
          </p:nvSpPr>
          <p:spPr>
            <a:xfrm>
              <a:off x="2020329" y="1158364"/>
              <a:ext cx="4845120" cy="920926"/>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oAutofit/>
            </a:bodyPr>
            <a:lstStyle/>
            <a:p>
              <a:r>
                <a:rPr lang="en-US" sz="2872" dirty="0">
                  <a:solidFill>
                    <a:srgbClr val="374151"/>
                  </a:solidFill>
                </a:rPr>
                <a:t>Jane thought today is 3/11/2002, but today is in fact Mar 12, which is 1 day later. What is the date a month ago?</a:t>
              </a:r>
            </a:p>
          </p:txBody>
        </p:sp>
        <p:cxnSp>
          <p:nvCxnSpPr>
            <p:cNvPr id="523" name="Straight Arrow Connector 522">
              <a:extLst>
                <a:ext uri="{FF2B5EF4-FFF2-40B4-BE49-F238E27FC236}">
                  <a16:creationId xmlns:a16="http://schemas.microsoft.com/office/drawing/2014/main" id="{49C355E4-0BD5-DD10-6511-466689AD8C15}"/>
                </a:ext>
              </a:extLst>
            </p:cNvPr>
            <p:cNvCxnSpPr>
              <a:cxnSpLocks/>
              <a:stCxn id="525" idx="3"/>
              <a:endCxn id="521" idx="1"/>
            </p:cNvCxnSpPr>
            <p:nvPr/>
          </p:nvCxnSpPr>
          <p:spPr>
            <a:xfrm flipV="1">
              <a:off x="3470045" y="3017814"/>
              <a:ext cx="1619663"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4" name="Rounded Rectangle 523">
              <a:extLst>
                <a:ext uri="{FF2B5EF4-FFF2-40B4-BE49-F238E27FC236}">
                  <a16:creationId xmlns:a16="http://schemas.microsoft.com/office/drawing/2014/main" id="{B2721539-181D-1850-7468-DCF62D60825F}"/>
                </a:ext>
              </a:extLst>
            </p:cNvPr>
            <p:cNvSpPr/>
            <p:nvPr/>
          </p:nvSpPr>
          <p:spPr>
            <a:xfrm>
              <a:off x="3649256" y="2605847"/>
              <a:ext cx="1368241" cy="361212"/>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72" dirty="0">
                  <a:solidFill>
                    <a:schemeClr val="tx1"/>
                  </a:solidFill>
                </a:rPr>
                <a:t>02/11/2002</a:t>
              </a:r>
            </a:p>
          </p:txBody>
        </p:sp>
        <p:pic>
          <p:nvPicPr>
            <p:cNvPr id="525" name="Picture 524">
              <a:extLst>
                <a:ext uri="{FF2B5EF4-FFF2-40B4-BE49-F238E27FC236}">
                  <a16:creationId xmlns:a16="http://schemas.microsoft.com/office/drawing/2014/main" id="{093D0195-32D8-C1B8-2C87-3F9AA20A25DA}"/>
                </a:ext>
              </a:extLst>
            </p:cNvPr>
            <p:cNvPicPr>
              <a:picLocks noChangeAspect="1"/>
            </p:cNvPicPr>
            <p:nvPr/>
          </p:nvPicPr>
          <p:blipFill>
            <a:blip r:embed="rId7"/>
            <a:stretch>
              <a:fillRect/>
            </a:stretch>
          </p:blipFill>
          <p:spPr>
            <a:xfrm>
              <a:off x="2566902" y="2566243"/>
              <a:ext cx="903143" cy="903143"/>
            </a:xfrm>
            <a:prstGeom prst="rect">
              <a:avLst/>
            </a:prstGeom>
          </p:spPr>
        </p:pic>
        <p:sp>
          <p:nvSpPr>
            <p:cNvPr id="526" name="Rounded Rectangle 525">
              <a:extLst>
                <a:ext uri="{FF2B5EF4-FFF2-40B4-BE49-F238E27FC236}">
                  <a16:creationId xmlns:a16="http://schemas.microsoft.com/office/drawing/2014/main" id="{9D3EE44F-0BC0-89E5-4061-0A1E37AA362F}"/>
                </a:ext>
              </a:extLst>
            </p:cNvPr>
            <p:cNvSpPr/>
            <p:nvPr/>
          </p:nvSpPr>
          <p:spPr>
            <a:xfrm>
              <a:off x="5640641" y="3762144"/>
              <a:ext cx="1003686" cy="344931"/>
            </a:xfrm>
            <a:prstGeom prst="roundRect">
              <a:avLst/>
            </a:prstGeom>
            <a:no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en-US" sz="2872" dirty="0">
                  <a:solidFill>
                    <a:schemeClr val="tx1"/>
                  </a:solidFill>
                </a:rPr>
                <a:t>False</a:t>
              </a:r>
              <a:endParaRPr lang="en-US" sz="2872" i="1" dirty="0">
                <a:solidFill>
                  <a:srgbClr val="374151"/>
                </a:solidFill>
              </a:endParaRPr>
            </a:p>
          </p:txBody>
        </p:sp>
        <p:grpSp>
          <p:nvGrpSpPr>
            <p:cNvPr id="527" name="Group 526">
              <a:extLst>
                <a:ext uri="{FF2B5EF4-FFF2-40B4-BE49-F238E27FC236}">
                  <a16:creationId xmlns:a16="http://schemas.microsoft.com/office/drawing/2014/main" id="{104623E2-3A77-A385-CB64-FFD32E0D3E07}"/>
                </a:ext>
              </a:extLst>
            </p:cNvPr>
            <p:cNvGrpSpPr/>
            <p:nvPr/>
          </p:nvGrpSpPr>
          <p:grpSpPr>
            <a:xfrm>
              <a:off x="3256345" y="4091570"/>
              <a:ext cx="3572554" cy="1455124"/>
              <a:chOff x="5783867" y="1089911"/>
              <a:chExt cx="3142707" cy="1455124"/>
            </a:xfrm>
          </p:grpSpPr>
          <p:sp>
            <p:nvSpPr>
              <p:cNvPr id="564" name="Rounded Rectangle 563">
                <a:extLst>
                  <a:ext uri="{FF2B5EF4-FFF2-40B4-BE49-F238E27FC236}">
                    <a16:creationId xmlns:a16="http://schemas.microsoft.com/office/drawing/2014/main" id="{8DAD9294-3B6A-AC6B-A422-4834902F4BA7}"/>
                  </a:ext>
                </a:extLst>
              </p:cNvPr>
              <p:cNvSpPr/>
              <p:nvPr/>
            </p:nvSpPr>
            <p:spPr>
              <a:xfrm>
                <a:off x="5809666" y="1785136"/>
                <a:ext cx="3112343" cy="759899"/>
              </a:xfrm>
              <a:prstGeom prst="round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72" b="1" dirty="0">
                    <a:solidFill>
                      <a:srgbClr val="374151"/>
                    </a:solidFill>
                  </a:rPr>
                  <a:t>Guideline</a:t>
                </a:r>
                <a:r>
                  <a:rPr lang="en-US" sz="2872" dirty="0">
                    <a:solidFill>
                      <a:srgbClr val="374151"/>
                    </a:solidFill>
                  </a:rPr>
                  <a:t>: </a:t>
                </a:r>
                <a:r>
                  <a:rPr lang="en-US" sz="2872" i="1" dirty="0">
                    <a:solidFill>
                      <a:srgbClr val="374151"/>
                    </a:solidFill>
                    <a:latin typeface="Söhne"/>
                  </a:rPr>
                  <a:t>identify the correct date from which calculations should be made.</a:t>
                </a:r>
                <a:endParaRPr lang="en-US" sz="2872" dirty="0"/>
              </a:p>
            </p:txBody>
          </p:sp>
          <p:sp>
            <p:nvSpPr>
              <p:cNvPr id="565" name="Rounded Rectangle 564">
                <a:extLst>
                  <a:ext uri="{FF2B5EF4-FFF2-40B4-BE49-F238E27FC236}">
                    <a16:creationId xmlns:a16="http://schemas.microsoft.com/office/drawing/2014/main" id="{B15D877E-FA24-D121-B557-2779DB8BE39A}"/>
                  </a:ext>
                </a:extLst>
              </p:cNvPr>
              <p:cNvSpPr/>
              <p:nvPr/>
            </p:nvSpPr>
            <p:spPr>
              <a:xfrm>
                <a:off x="5783867" y="1089911"/>
                <a:ext cx="3142707" cy="653348"/>
              </a:xfrm>
              <a:prstGeom prst="round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72" b="1" dirty="0">
                    <a:solidFill>
                      <a:srgbClr val="374151"/>
                    </a:solidFill>
                  </a:rPr>
                  <a:t>Analysis</a:t>
                </a:r>
                <a:r>
                  <a:rPr lang="en-US" sz="2872" dirty="0">
                    <a:solidFill>
                      <a:srgbClr val="374151"/>
                    </a:solidFill>
                  </a:rPr>
                  <a:t>: </a:t>
                </a:r>
                <a:r>
                  <a:rPr lang="en-US" sz="2872" i="1" dirty="0">
                    <a:solidFill>
                      <a:srgbClr val="374151"/>
                    </a:solidFill>
                  </a:rPr>
                  <a:t>The model might have misunderstood '1 day later'</a:t>
                </a:r>
              </a:p>
            </p:txBody>
          </p:sp>
        </p:grpSp>
        <p:sp>
          <p:nvSpPr>
            <p:cNvPr id="528" name="Rounded Rectangle 527">
              <a:extLst>
                <a:ext uri="{FF2B5EF4-FFF2-40B4-BE49-F238E27FC236}">
                  <a16:creationId xmlns:a16="http://schemas.microsoft.com/office/drawing/2014/main" id="{603D5A80-52FE-41AC-2A9F-3CC7537D35DA}"/>
                </a:ext>
              </a:extLst>
            </p:cNvPr>
            <p:cNvSpPr/>
            <p:nvPr/>
          </p:nvSpPr>
          <p:spPr>
            <a:xfrm>
              <a:off x="5442312" y="2151530"/>
              <a:ext cx="1429757" cy="319494"/>
            </a:xfrm>
            <a:prstGeom prst="roundRect">
              <a:avLst/>
            </a:prstGeom>
            <a:solidFill>
              <a:schemeClr val="bg2"/>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2872" dirty="0">
                  <a:solidFill>
                    <a:schemeClr val="tx1"/>
                  </a:solidFill>
                </a:rPr>
                <a:t>02/12/2002</a:t>
              </a:r>
              <a:endParaRPr lang="en-US" sz="2872" i="1" dirty="0">
                <a:solidFill>
                  <a:srgbClr val="374151"/>
                </a:solidFill>
              </a:endParaRPr>
            </a:p>
          </p:txBody>
        </p:sp>
        <p:sp>
          <p:nvSpPr>
            <p:cNvPr id="529" name="TextBox 528">
              <a:extLst>
                <a:ext uri="{FF2B5EF4-FFF2-40B4-BE49-F238E27FC236}">
                  <a16:creationId xmlns:a16="http://schemas.microsoft.com/office/drawing/2014/main" id="{8A5733FE-E3A3-DE57-C873-3B5D642BAAF1}"/>
                </a:ext>
              </a:extLst>
            </p:cNvPr>
            <p:cNvSpPr txBox="1"/>
            <p:nvPr/>
          </p:nvSpPr>
          <p:spPr>
            <a:xfrm>
              <a:off x="4712032" y="3451263"/>
              <a:ext cx="1657053" cy="345345"/>
            </a:xfrm>
            <a:prstGeom prst="rect">
              <a:avLst/>
            </a:prstGeom>
            <a:noFill/>
          </p:spPr>
          <p:txBody>
            <a:bodyPr wrap="square" rtlCol="0">
              <a:spAutoFit/>
            </a:bodyPr>
            <a:lstStyle/>
            <a:p>
              <a:r>
                <a:rPr lang="en-US" sz="2872" b="1" dirty="0"/>
                <a:t>Study Assistant</a:t>
              </a:r>
            </a:p>
          </p:txBody>
        </p:sp>
        <p:cxnSp>
          <p:nvCxnSpPr>
            <p:cNvPr id="530" name="Straight Arrow Connector 529">
              <a:extLst>
                <a:ext uri="{FF2B5EF4-FFF2-40B4-BE49-F238E27FC236}">
                  <a16:creationId xmlns:a16="http://schemas.microsoft.com/office/drawing/2014/main" id="{A1859136-6943-CB57-91A7-227067F513CA}"/>
                </a:ext>
              </a:extLst>
            </p:cNvPr>
            <p:cNvCxnSpPr>
              <a:cxnSpLocks/>
            </p:cNvCxnSpPr>
            <p:nvPr/>
          </p:nvCxnSpPr>
          <p:spPr>
            <a:xfrm>
              <a:off x="3014209" y="2095319"/>
              <a:ext cx="723" cy="5613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1" name="TextBox 530">
              <a:extLst>
                <a:ext uri="{FF2B5EF4-FFF2-40B4-BE49-F238E27FC236}">
                  <a16:creationId xmlns:a16="http://schemas.microsoft.com/office/drawing/2014/main" id="{47632E5C-ABD5-B5CD-CAB8-19E6BEA99FEF}"/>
                </a:ext>
              </a:extLst>
            </p:cNvPr>
            <p:cNvSpPr txBox="1"/>
            <p:nvPr/>
          </p:nvSpPr>
          <p:spPr>
            <a:xfrm>
              <a:off x="2626568" y="3451263"/>
              <a:ext cx="783810" cy="345345"/>
            </a:xfrm>
            <a:prstGeom prst="rect">
              <a:avLst/>
            </a:prstGeom>
            <a:noFill/>
          </p:spPr>
          <p:txBody>
            <a:bodyPr wrap="square" rtlCol="0">
              <a:spAutoFit/>
            </a:bodyPr>
            <a:lstStyle/>
            <a:p>
              <a:pPr algn="ctr"/>
              <a:r>
                <a:rPr lang="en-US" sz="2872" b="1" dirty="0"/>
                <a:t>LLM</a:t>
              </a:r>
            </a:p>
          </p:txBody>
        </p:sp>
        <p:cxnSp>
          <p:nvCxnSpPr>
            <p:cNvPr id="532" name="Straight Arrow Connector 531">
              <a:extLst>
                <a:ext uri="{FF2B5EF4-FFF2-40B4-BE49-F238E27FC236}">
                  <a16:creationId xmlns:a16="http://schemas.microsoft.com/office/drawing/2014/main" id="{A0478A8A-4838-B8C8-BADF-8CD958CF5960}"/>
                </a:ext>
              </a:extLst>
            </p:cNvPr>
            <p:cNvCxnSpPr>
              <a:cxnSpLocks/>
              <a:stCxn id="529" idx="2"/>
            </p:cNvCxnSpPr>
            <p:nvPr/>
          </p:nvCxnSpPr>
          <p:spPr>
            <a:xfrm flipH="1">
              <a:off x="5540558" y="3796608"/>
              <a:ext cx="1" cy="287424"/>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33" name="TextBox 532">
              <a:extLst>
                <a:ext uri="{FF2B5EF4-FFF2-40B4-BE49-F238E27FC236}">
                  <a16:creationId xmlns:a16="http://schemas.microsoft.com/office/drawing/2014/main" id="{8E4FFE3F-32D8-E44D-A4A7-4679B42FF93A}"/>
                </a:ext>
              </a:extLst>
            </p:cNvPr>
            <p:cNvSpPr txBox="1"/>
            <p:nvPr/>
          </p:nvSpPr>
          <p:spPr>
            <a:xfrm>
              <a:off x="2779711" y="2138773"/>
              <a:ext cx="1261334" cy="345345"/>
            </a:xfrm>
            <a:prstGeom prst="rect">
              <a:avLst/>
            </a:prstGeom>
            <a:noFill/>
          </p:spPr>
          <p:txBody>
            <a:bodyPr wrap="square" rtlCol="0">
              <a:spAutoFit/>
            </a:bodyPr>
            <a:lstStyle/>
            <a:p>
              <a:pPr algn="ctr"/>
              <a:r>
                <a:rPr lang="en-US" sz="2872" b="1" dirty="0"/>
                <a:t>Query</a:t>
              </a:r>
            </a:p>
          </p:txBody>
        </p:sp>
        <p:cxnSp>
          <p:nvCxnSpPr>
            <p:cNvPr id="534" name="Elbow Connector 533">
              <a:extLst>
                <a:ext uri="{FF2B5EF4-FFF2-40B4-BE49-F238E27FC236}">
                  <a16:creationId xmlns:a16="http://schemas.microsoft.com/office/drawing/2014/main" id="{AD9B648B-D516-7F6D-29AD-E9A82EBFDB81}"/>
                </a:ext>
              </a:extLst>
            </p:cNvPr>
            <p:cNvCxnSpPr>
              <a:cxnSpLocks/>
              <a:stCxn id="564" idx="1"/>
              <a:endCxn id="531" idx="2"/>
            </p:cNvCxnSpPr>
            <p:nvPr/>
          </p:nvCxnSpPr>
          <p:spPr>
            <a:xfrm rot="10800000">
              <a:off x="3018473" y="3796608"/>
              <a:ext cx="267199" cy="1370137"/>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535" name="Picture 534">
              <a:extLst>
                <a:ext uri="{FF2B5EF4-FFF2-40B4-BE49-F238E27FC236}">
                  <a16:creationId xmlns:a16="http://schemas.microsoft.com/office/drawing/2014/main" id="{56D7511B-4429-86D5-927E-E4CC07343240}"/>
                </a:ext>
              </a:extLst>
            </p:cNvPr>
            <p:cNvPicPr>
              <a:picLocks noChangeAspect="1"/>
            </p:cNvPicPr>
            <p:nvPr/>
          </p:nvPicPr>
          <p:blipFill>
            <a:blip r:embed="rId4"/>
            <a:stretch>
              <a:fillRect/>
            </a:stretch>
          </p:blipFill>
          <p:spPr>
            <a:xfrm>
              <a:off x="7429081" y="2566964"/>
              <a:ext cx="901700" cy="901700"/>
            </a:xfrm>
            <a:prstGeom prst="rect">
              <a:avLst/>
            </a:prstGeom>
          </p:spPr>
        </p:pic>
        <p:pic>
          <p:nvPicPr>
            <p:cNvPr id="536" name="Picture 535">
              <a:extLst>
                <a:ext uri="{FF2B5EF4-FFF2-40B4-BE49-F238E27FC236}">
                  <a16:creationId xmlns:a16="http://schemas.microsoft.com/office/drawing/2014/main" id="{A333F612-CB67-BC8C-3DBA-EC1037D15E33}"/>
                </a:ext>
              </a:extLst>
            </p:cNvPr>
            <p:cNvPicPr>
              <a:picLocks noChangeAspect="1"/>
            </p:cNvPicPr>
            <p:nvPr/>
          </p:nvPicPr>
          <p:blipFill>
            <a:blip r:embed="rId7"/>
            <a:stretch>
              <a:fillRect/>
            </a:stretch>
          </p:blipFill>
          <p:spPr>
            <a:xfrm>
              <a:off x="9078838" y="2566243"/>
              <a:ext cx="903143" cy="903143"/>
            </a:xfrm>
            <a:prstGeom prst="rect">
              <a:avLst/>
            </a:prstGeom>
          </p:spPr>
        </p:pic>
        <p:grpSp>
          <p:nvGrpSpPr>
            <p:cNvPr id="537" name="Group 536">
              <a:extLst>
                <a:ext uri="{FF2B5EF4-FFF2-40B4-BE49-F238E27FC236}">
                  <a16:creationId xmlns:a16="http://schemas.microsoft.com/office/drawing/2014/main" id="{5A34DA3E-49CD-DCD6-3745-FA9B0070F869}"/>
                </a:ext>
              </a:extLst>
            </p:cNvPr>
            <p:cNvGrpSpPr/>
            <p:nvPr/>
          </p:nvGrpSpPr>
          <p:grpSpPr>
            <a:xfrm>
              <a:off x="7009264" y="4084033"/>
              <a:ext cx="2229371" cy="1440439"/>
              <a:chOff x="6130206" y="993033"/>
              <a:chExt cx="2139398" cy="1440439"/>
            </a:xfrm>
          </p:grpSpPr>
          <p:sp>
            <p:nvSpPr>
              <p:cNvPr id="562" name="Rounded Rectangle 561">
                <a:extLst>
                  <a:ext uri="{FF2B5EF4-FFF2-40B4-BE49-F238E27FC236}">
                    <a16:creationId xmlns:a16="http://schemas.microsoft.com/office/drawing/2014/main" id="{DFC833AF-7EE4-7D62-3F84-58F9DA79D355}"/>
                  </a:ext>
                </a:extLst>
              </p:cNvPr>
              <p:cNvSpPr/>
              <p:nvPr/>
            </p:nvSpPr>
            <p:spPr>
              <a:xfrm>
                <a:off x="6130264" y="1697262"/>
                <a:ext cx="2139340" cy="736210"/>
              </a:xfrm>
              <a:prstGeom prst="round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72" b="1" dirty="0">
                    <a:solidFill>
                      <a:srgbClr val="374151"/>
                    </a:solidFill>
                  </a:rPr>
                  <a:t>Guideline</a:t>
                </a:r>
                <a:r>
                  <a:rPr lang="en-US" sz="2872" dirty="0">
                    <a:solidFill>
                      <a:srgbClr val="374151"/>
                    </a:solidFill>
                  </a:rPr>
                  <a:t>: </a:t>
                </a:r>
                <a:r>
                  <a:rPr lang="en-US" sz="2872" i="1" dirty="0">
                    <a:solidFill>
                      <a:srgbClr val="374151"/>
                    </a:solidFill>
                    <a:latin typeface="Söhne"/>
                  </a:rPr>
                  <a:t>For dates, remember to ...</a:t>
                </a:r>
                <a:endParaRPr lang="en-US" sz="2872" dirty="0"/>
              </a:p>
            </p:txBody>
          </p:sp>
          <p:sp>
            <p:nvSpPr>
              <p:cNvPr id="563" name="Rounded Rectangle 562">
                <a:extLst>
                  <a:ext uri="{FF2B5EF4-FFF2-40B4-BE49-F238E27FC236}">
                    <a16:creationId xmlns:a16="http://schemas.microsoft.com/office/drawing/2014/main" id="{AD84A50D-0532-913D-010B-6AC6D63FA618}"/>
                  </a:ext>
                </a:extLst>
              </p:cNvPr>
              <p:cNvSpPr/>
              <p:nvPr/>
            </p:nvSpPr>
            <p:spPr>
              <a:xfrm>
                <a:off x="6130206" y="993033"/>
                <a:ext cx="2132695" cy="675360"/>
              </a:xfrm>
              <a:prstGeom prst="roundRect">
                <a:avLst/>
              </a:prstGeom>
              <a:solidFill>
                <a:schemeClr val="accent6">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72" b="1" dirty="0">
                    <a:solidFill>
                      <a:srgbClr val="374151"/>
                    </a:solidFill>
                  </a:rPr>
                  <a:t>Analysis</a:t>
                </a:r>
                <a:r>
                  <a:rPr lang="en-US" sz="2872" dirty="0">
                    <a:solidFill>
                      <a:srgbClr val="374151"/>
                    </a:solidFill>
                  </a:rPr>
                  <a:t>: </a:t>
                </a:r>
                <a:r>
                  <a:rPr lang="en-US" sz="2872" i="1" dirty="0">
                    <a:solidFill>
                      <a:srgbClr val="374151"/>
                    </a:solidFill>
                  </a:rPr>
                  <a:t>The model</a:t>
                </a:r>
                <a:r>
                  <a:rPr lang="zh-CN" altLang="en-US" sz="2872" i="1" dirty="0">
                    <a:solidFill>
                      <a:srgbClr val="374151"/>
                    </a:solidFill>
                  </a:rPr>
                  <a:t> </a:t>
                </a:r>
                <a:r>
                  <a:rPr lang="en-US" altLang="zh-CN" sz="2872" i="1" dirty="0">
                    <a:solidFill>
                      <a:srgbClr val="374151"/>
                    </a:solidFill>
                  </a:rPr>
                  <a:t>might</a:t>
                </a:r>
                <a:r>
                  <a:rPr lang="en-US" sz="2872" i="1" dirty="0">
                    <a:solidFill>
                      <a:srgbClr val="374151"/>
                    </a:solidFill>
                  </a:rPr>
                  <a:t> mistake ...</a:t>
                </a:r>
              </a:p>
            </p:txBody>
          </p:sp>
        </p:grpSp>
        <p:sp>
          <p:nvSpPr>
            <p:cNvPr id="538" name="TextBox 537">
              <a:extLst>
                <a:ext uri="{FF2B5EF4-FFF2-40B4-BE49-F238E27FC236}">
                  <a16:creationId xmlns:a16="http://schemas.microsoft.com/office/drawing/2014/main" id="{72A39A09-135A-1BF7-F07D-3FAD67261E6E}"/>
                </a:ext>
              </a:extLst>
            </p:cNvPr>
            <p:cNvSpPr txBox="1"/>
            <p:nvPr/>
          </p:nvSpPr>
          <p:spPr>
            <a:xfrm>
              <a:off x="7053633" y="3443896"/>
              <a:ext cx="1652597" cy="345345"/>
            </a:xfrm>
            <a:prstGeom prst="rect">
              <a:avLst/>
            </a:prstGeom>
            <a:noFill/>
          </p:spPr>
          <p:txBody>
            <a:bodyPr wrap="square" rtlCol="0">
              <a:spAutoFit/>
            </a:bodyPr>
            <a:lstStyle/>
            <a:p>
              <a:r>
                <a:rPr lang="en-US" sz="2872" b="1" dirty="0"/>
                <a:t>Study Assistant</a:t>
              </a:r>
            </a:p>
          </p:txBody>
        </p:sp>
        <p:sp>
          <p:nvSpPr>
            <p:cNvPr id="539" name="TextBox 538">
              <a:extLst>
                <a:ext uri="{FF2B5EF4-FFF2-40B4-BE49-F238E27FC236}">
                  <a16:creationId xmlns:a16="http://schemas.microsoft.com/office/drawing/2014/main" id="{D14166AA-0C93-715F-0DA3-D3851D0BC014}"/>
                </a:ext>
              </a:extLst>
            </p:cNvPr>
            <p:cNvSpPr txBox="1"/>
            <p:nvPr/>
          </p:nvSpPr>
          <p:spPr>
            <a:xfrm>
              <a:off x="9138504" y="3443896"/>
              <a:ext cx="783810" cy="345345"/>
            </a:xfrm>
            <a:prstGeom prst="rect">
              <a:avLst/>
            </a:prstGeom>
            <a:noFill/>
          </p:spPr>
          <p:txBody>
            <a:bodyPr wrap="square" rtlCol="0">
              <a:spAutoFit/>
            </a:bodyPr>
            <a:lstStyle/>
            <a:p>
              <a:pPr algn="ctr"/>
              <a:r>
                <a:rPr lang="en-US" sz="2872" b="1" dirty="0"/>
                <a:t>LLM</a:t>
              </a:r>
            </a:p>
          </p:txBody>
        </p:sp>
        <p:cxnSp>
          <p:nvCxnSpPr>
            <p:cNvPr id="540" name="Straight Arrow Connector 539">
              <a:extLst>
                <a:ext uri="{FF2B5EF4-FFF2-40B4-BE49-F238E27FC236}">
                  <a16:creationId xmlns:a16="http://schemas.microsoft.com/office/drawing/2014/main" id="{67EDBCE1-D18A-8F69-A46C-76571738847B}"/>
                </a:ext>
              </a:extLst>
            </p:cNvPr>
            <p:cNvCxnSpPr>
              <a:cxnSpLocks/>
              <a:stCxn id="538" idx="2"/>
            </p:cNvCxnSpPr>
            <p:nvPr/>
          </p:nvCxnSpPr>
          <p:spPr>
            <a:xfrm flipH="1">
              <a:off x="7879930" y="3789241"/>
              <a:ext cx="2" cy="31886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41" name="Elbow Connector 540">
              <a:extLst>
                <a:ext uri="{FF2B5EF4-FFF2-40B4-BE49-F238E27FC236}">
                  <a16:creationId xmlns:a16="http://schemas.microsoft.com/office/drawing/2014/main" id="{9165964C-0640-3614-7A28-0BD41394EE12}"/>
                </a:ext>
              </a:extLst>
            </p:cNvPr>
            <p:cNvCxnSpPr>
              <a:cxnSpLocks/>
              <a:stCxn id="562" idx="3"/>
              <a:endCxn id="539" idx="2"/>
            </p:cNvCxnSpPr>
            <p:nvPr/>
          </p:nvCxnSpPr>
          <p:spPr>
            <a:xfrm flipV="1">
              <a:off x="9238635" y="3789241"/>
              <a:ext cx="291774" cy="1367127"/>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42" name="Elbow Connector 541">
              <a:extLst>
                <a:ext uri="{FF2B5EF4-FFF2-40B4-BE49-F238E27FC236}">
                  <a16:creationId xmlns:a16="http://schemas.microsoft.com/office/drawing/2014/main" id="{9E962A8E-F8D3-E969-4E73-840631F4C14F}"/>
                </a:ext>
              </a:extLst>
            </p:cNvPr>
            <p:cNvCxnSpPr>
              <a:cxnSpLocks/>
              <a:stCxn id="549" idx="3"/>
              <a:endCxn id="539" idx="2"/>
            </p:cNvCxnSpPr>
            <p:nvPr/>
          </p:nvCxnSpPr>
          <p:spPr>
            <a:xfrm flipV="1">
              <a:off x="7662240" y="3789241"/>
              <a:ext cx="1868169" cy="2583517"/>
            </a:xfrm>
            <a:prstGeom prst="bentConnector2">
              <a:avLst/>
            </a:prstGeom>
            <a:ln w="28575">
              <a:solidFill>
                <a:srgbClr val="6A607E"/>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a16="http://schemas.microsoft.com/office/drawing/2014/main" id="{D1650410-1B0F-F11F-ED21-9365F14FBE91}"/>
                </a:ext>
              </a:extLst>
            </p:cNvPr>
            <p:cNvCxnSpPr>
              <a:cxnSpLocks/>
              <a:stCxn id="536" idx="3"/>
            </p:cNvCxnSpPr>
            <p:nvPr/>
          </p:nvCxnSpPr>
          <p:spPr>
            <a:xfrm flipV="1">
              <a:off x="9981981" y="3017814"/>
              <a:ext cx="334727"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4" name="Elbow Connector 543">
              <a:extLst>
                <a:ext uri="{FF2B5EF4-FFF2-40B4-BE49-F238E27FC236}">
                  <a16:creationId xmlns:a16="http://schemas.microsoft.com/office/drawing/2014/main" id="{BA8541BB-FF33-5966-3B5D-A1D11CED1A25}"/>
                </a:ext>
              </a:extLst>
            </p:cNvPr>
            <p:cNvCxnSpPr>
              <a:cxnSpLocks/>
              <a:stCxn id="546" idx="2"/>
              <a:endCxn id="535" idx="0"/>
            </p:cNvCxnSpPr>
            <p:nvPr/>
          </p:nvCxnSpPr>
          <p:spPr>
            <a:xfrm rot="5400000">
              <a:off x="8017188" y="1940040"/>
              <a:ext cx="489668" cy="764181"/>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5" name="Elbow Connector 544">
              <a:extLst>
                <a:ext uri="{FF2B5EF4-FFF2-40B4-BE49-F238E27FC236}">
                  <a16:creationId xmlns:a16="http://schemas.microsoft.com/office/drawing/2014/main" id="{FA68E114-FAFA-C884-2FAA-0E2596FB1D29}"/>
                </a:ext>
              </a:extLst>
            </p:cNvPr>
            <p:cNvCxnSpPr>
              <a:cxnSpLocks/>
              <a:stCxn id="546" idx="2"/>
              <a:endCxn id="536" idx="0"/>
            </p:cNvCxnSpPr>
            <p:nvPr/>
          </p:nvCxnSpPr>
          <p:spPr>
            <a:xfrm rot="16200000" flipH="1">
              <a:off x="8842788" y="1878620"/>
              <a:ext cx="488947" cy="886298"/>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6" name="TextBox 545">
              <a:extLst>
                <a:ext uri="{FF2B5EF4-FFF2-40B4-BE49-F238E27FC236}">
                  <a16:creationId xmlns:a16="http://schemas.microsoft.com/office/drawing/2014/main" id="{559FAF8A-3DB2-4845-F57D-CFB61E413354}"/>
                </a:ext>
              </a:extLst>
            </p:cNvPr>
            <p:cNvSpPr txBox="1"/>
            <p:nvPr/>
          </p:nvSpPr>
          <p:spPr>
            <a:xfrm>
              <a:off x="6971516" y="1162003"/>
              <a:ext cx="3345192" cy="915293"/>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oAutofit/>
            </a:bodyPr>
            <a:lstStyle/>
            <a:p>
              <a:r>
                <a:rPr lang="en-US" sz="2872" dirty="0">
                  <a:solidFill>
                    <a:srgbClr val="374151"/>
                  </a:solidFill>
                </a:rPr>
                <a:t>Yesterday, Jan 21, 2011, Jane ate 2 pizzas and 5 wings. What is the date</a:t>
              </a:r>
              <a:r>
                <a:rPr lang="zh-CN" altLang="en-US" sz="2872" dirty="0">
                  <a:solidFill>
                    <a:srgbClr val="374151"/>
                  </a:solidFill>
                </a:rPr>
                <a:t> </a:t>
              </a:r>
              <a:r>
                <a:rPr lang="en-US" altLang="zh-CN" sz="2872" dirty="0">
                  <a:solidFill>
                    <a:srgbClr val="374151"/>
                  </a:solidFill>
                </a:rPr>
                <a:t>today?</a:t>
              </a:r>
              <a:endParaRPr lang="en-US" sz="2872" dirty="0">
                <a:solidFill>
                  <a:srgbClr val="374151"/>
                </a:solidFill>
              </a:endParaRPr>
            </a:p>
          </p:txBody>
        </p:sp>
        <p:sp>
          <p:nvSpPr>
            <p:cNvPr id="547" name="Rectangle 546">
              <a:extLst>
                <a:ext uri="{FF2B5EF4-FFF2-40B4-BE49-F238E27FC236}">
                  <a16:creationId xmlns:a16="http://schemas.microsoft.com/office/drawing/2014/main" id="{63A56756-5C0B-AAFD-73A9-0E178FA43E18}"/>
                </a:ext>
              </a:extLst>
            </p:cNvPr>
            <p:cNvSpPr/>
            <p:nvPr/>
          </p:nvSpPr>
          <p:spPr>
            <a:xfrm>
              <a:off x="1989458" y="1158363"/>
              <a:ext cx="4887226" cy="5922796"/>
            </a:xfrm>
            <a:prstGeom prst="rect">
              <a:avLst/>
            </a:prstGeom>
            <a:noFill/>
            <a:ln w="2857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endParaRPr lang="en-US" sz="2872" i="1" dirty="0">
                <a:solidFill>
                  <a:srgbClr val="374151"/>
                </a:solidFill>
              </a:endParaRPr>
            </a:p>
          </p:txBody>
        </p:sp>
        <p:sp>
          <p:nvSpPr>
            <p:cNvPr id="548" name="Rectangle 547">
              <a:extLst>
                <a:ext uri="{FF2B5EF4-FFF2-40B4-BE49-F238E27FC236}">
                  <a16:creationId xmlns:a16="http://schemas.microsoft.com/office/drawing/2014/main" id="{2F22AABA-5386-9282-1BA6-21AAC8F407A2}"/>
                </a:ext>
              </a:extLst>
            </p:cNvPr>
            <p:cNvSpPr/>
            <p:nvPr/>
          </p:nvSpPr>
          <p:spPr>
            <a:xfrm>
              <a:off x="6976131" y="1173865"/>
              <a:ext cx="3340577" cy="5907294"/>
            </a:xfrm>
            <a:prstGeom prst="rect">
              <a:avLst/>
            </a:prstGeom>
            <a:noFill/>
            <a:ln w="2857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endParaRPr lang="en-US" sz="2872" i="1" dirty="0">
                <a:solidFill>
                  <a:srgbClr val="374151"/>
                </a:solidFill>
              </a:endParaRPr>
            </a:p>
          </p:txBody>
        </p:sp>
        <p:sp>
          <p:nvSpPr>
            <p:cNvPr id="549" name="Rectangle 548">
              <a:extLst>
                <a:ext uri="{FF2B5EF4-FFF2-40B4-BE49-F238E27FC236}">
                  <a16:creationId xmlns:a16="http://schemas.microsoft.com/office/drawing/2014/main" id="{39468EDD-AA77-F1E8-510E-93528ADCA607}"/>
                </a:ext>
              </a:extLst>
            </p:cNvPr>
            <p:cNvSpPr/>
            <p:nvPr/>
          </p:nvSpPr>
          <p:spPr>
            <a:xfrm>
              <a:off x="6251294" y="5714196"/>
              <a:ext cx="1410946" cy="13171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72"/>
            </a:p>
          </p:txBody>
        </p:sp>
        <p:sp>
          <p:nvSpPr>
            <p:cNvPr id="550" name="TextBox 549">
              <a:extLst>
                <a:ext uri="{FF2B5EF4-FFF2-40B4-BE49-F238E27FC236}">
                  <a16:creationId xmlns:a16="http://schemas.microsoft.com/office/drawing/2014/main" id="{F0259E6A-1F85-1A6A-0AFA-51F1A8014B6C}"/>
                </a:ext>
              </a:extLst>
            </p:cNvPr>
            <p:cNvSpPr txBox="1"/>
            <p:nvPr/>
          </p:nvSpPr>
          <p:spPr>
            <a:xfrm>
              <a:off x="1989458" y="6670011"/>
              <a:ext cx="2351398" cy="416752"/>
            </a:xfrm>
            <a:prstGeom prst="rect">
              <a:avLst/>
            </a:prstGeom>
            <a:noFill/>
          </p:spPr>
          <p:txBody>
            <a:bodyPr wrap="none" rtlCol="0">
              <a:spAutoFit/>
            </a:bodyPr>
            <a:lstStyle/>
            <a:p>
              <a:r>
                <a:rPr lang="en-US" sz="3590" i="1" dirty="0">
                  <a:solidFill>
                    <a:schemeClr val="bg2">
                      <a:lumMod val="50000"/>
                    </a:schemeClr>
                  </a:solidFill>
                </a:rPr>
                <a:t>Mistake</a:t>
              </a:r>
              <a:r>
                <a:rPr lang="zh-CN" altLang="en-US" sz="3590" i="1" dirty="0">
                  <a:solidFill>
                    <a:schemeClr val="bg2">
                      <a:lumMod val="50000"/>
                    </a:schemeClr>
                  </a:solidFill>
                </a:rPr>
                <a:t> </a:t>
              </a:r>
              <a:r>
                <a:rPr lang="en-US" sz="3590" i="1" dirty="0">
                  <a:solidFill>
                    <a:schemeClr val="bg2">
                      <a:lumMod val="50000"/>
                    </a:schemeClr>
                  </a:solidFill>
                </a:rPr>
                <a:t>Gathering</a:t>
              </a:r>
            </a:p>
          </p:txBody>
        </p:sp>
        <p:sp>
          <p:nvSpPr>
            <p:cNvPr id="551" name="TextBox 550">
              <a:extLst>
                <a:ext uri="{FF2B5EF4-FFF2-40B4-BE49-F238E27FC236}">
                  <a16:creationId xmlns:a16="http://schemas.microsoft.com/office/drawing/2014/main" id="{CC281BB6-ECD2-DBC8-0AE2-259A163FA838}"/>
                </a:ext>
              </a:extLst>
            </p:cNvPr>
            <p:cNvSpPr txBox="1"/>
            <p:nvPr/>
          </p:nvSpPr>
          <p:spPr>
            <a:xfrm>
              <a:off x="8512714" y="6775263"/>
              <a:ext cx="1623119" cy="416752"/>
            </a:xfrm>
            <a:prstGeom prst="rect">
              <a:avLst/>
            </a:prstGeom>
            <a:noFill/>
          </p:spPr>
          <p:txBody>
            <a:bodyPr wrap="none" rtlCol="0">
              <a:spAutoFit/>
            </a:bodyPr>
            <a:lstStyle/>
            <a:p>
              <a:r>
                <a:rPr lang="en-US" sz="3590" i="1" dirty="0">
                  <a:solidFill>
                    <a:schemeClr val="bg2">
                      <a:lumMod val="50000"/>
                    </a:schemeClr>
                  </a:solidFill>
                </a:rPr>
                <a:t>Examination</a:t>
              </a:r>
            </a:p>
          </p:txBody>
        </p:sp>
        <p:pic>
          <p:nvPicPr>
            <p:cNvPr id="552" name="Picture 551">
              <a:extLst>
                <a:ext uri="{FF2B5EF4-FFF2-40B4-BE49-F238E27FC236}">
                  <a16:creationId xmlns:a16="http://schemas.microsoft.com/office/drawing/2014/main" id="{EA5AF672-A8AE-C288-6783-8D5AE860AA9B}"/>
                </a:ext>
              </a:extLst>
            </p:cNvPr>
            <p:cNvPicPr>
              <a:picLocks noChangeAspect="1"/>
            </p:cNvPicPr>
            <p:nvPr/>
          </p:nvPicPr>
          <p:blipFill>
            <a:blip r:embed="rId8"/>
            <a:stretch>
              <a:fillRect/>
            </a:stretch>
          </p:blipFill>
          <p:spPr>
            <a:xfrm>
              <a:off x="6330886" y="5575563"/>
              <a:ext cx="1237437" cy="1237437"/>
            </a:xfrm>
            <a:prstGeom prst="rect">
              <a:avLst/>
            </a:prstGeom>
          </p:spPr>
        </p:pic>
        <p:sp>
          <p:nvSpPr>
            <p:cNvPr id="553" name="TextBox 552">
              <a:extLst>
                <a:ext uri="{FF2B5EF4-FFF2-40B4-BE49-F238E27FC236}">
                  <a16:creationId xmlns:a16="http://schemas.microsoft.com/office/drawing/2014/main" id="{A4E069D1-828C-C787-3F18-BA189B9CDD94}"/>
                </a:ext>
              </a:extLst>
            </p:cNvPr>
            <p:cNvSpPr txBox="1"/>
            <p:nvPr/>
          </p:nvSpPr>
          <p:spPr>
            <a:xfrm>
              <a:off x="5964508" y="6711826"/>
              <a:ext cx="2089473" cy="345345"/>
            </a:xfrm>
            <a:prstGeom prst="rect">
              <a:avLst/>
            </a:prstGeom>
            <a:noFill/>
          </p:spPr>
          <p:txBody>
            <a:bodyPr wrap="square" rtlCol="0">
              <a:spAutoFit/>
            </a:bodyPr>
            <a:lstStyle/>
            <a:p>
              <a:pPr algn="ctr"/>
              <a:r>
                <a:rPr lang="en-US" sz="2872" b="1" dirty="0"/>
                <a:t>Mistake Memory</a:t>
              </a:r>
            </a:p>
          </p:txBody>
        </p:sp>
        <p:cxnSp>
          <p:nvCxnSpPr>
            <p:cNvPr id="554" name="Straight Arrow Connector 553">
              <a:extLst>
                <a:ext uri="{FF2B5EF4-FFF2-40B4-BE49-F238E27FC236}">
                  <a16:creationId xmlns:a16="http://schemas.microsoft.com/office/drawing/2014/main" id="{AF9B1D9C-1EAD-BCD2-3018-12F7B583D4A3}"/>
                </a:ext>
              </a:extLst>
            </p:cNvPr>
            <p:cNvCxnSpPr>
              <a:cxnSpLocks/>
            </p:cNvCxnSpPr>
            <p:nvPr/>
          </p:nvCxnSpPr>
          <p:spPr>
            <a:xfrm flipH="1">
              <a:off x="5433399" y="5515559"/>
              <a:ext cx="1183" cy="155448"/>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55" name="Cross 554">
              <a:extLst>
                <a:ext uri="{FF2B5EF4-FFF2-40B4-BE49-F238E27FC236}">
                  <a16:creationId xmlns:a16="http://schemas.microsoft.com/office/drawing/2014/main" id="{9404A1F9-CF4C-5D2E-AC32-1F5D35447836}"/>
                </a:ext>
              </a:extLst>
            </p:cNvPr>
            <p:cNvSpPr/>
            <p:nvPr/>
          </p:nvSpPr>
          <p:spPr>
            <a:xfrm>
              <a:off x="5840776" y="5748577"/>
              <a:ext cx="264677" cy="256353"/>
            </a:xfrm>
            <a:prstGeom prst="plus">
              <a:avLst>
                <a:gd name="adj" fmla="val 4029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72"/>
            </a:p>
          </p:txBody>
        </p:sp>
        <p:pic>
          <p:nvPicPr>
            <p:cNvPr id="556" name="Picture 555">
              <a:extLst>
                <a:ext uri="{FF2B5EF4-FFF2-40B4-BE49-F238E27FC236}">
                  <a16:creationId xmlns:a16="http://schemas.microsoft.com/office/drawing/2014/main" id="{856C1F73-D9D2-2CFA-4EEE-DBC0EC9FB382}"/>
                </a:ext>
              </a:extLst>
            </p:cNvPr>
            <p:cNvPicPr>
              <a:picLocks noChangeAspect="1"/>
            </p:cNvPicPr>
            <p:nvPr/>
          </p:nvPicPr>
          <p:blipFill>
            <a:blip r:embed="rId17"/>
            <a:stretch>
              <a:fillRect/>
            </a:stretch>
          </p:blipFill>
          <p:spPr>
            <a:xfrm>
              <a:off x="5283986" y="5642117"/>
              <a:ext cx="327398" cy="439403"/>
            </a:xfrm>
            <a:prstGeom prst="rect">
              <a:avLst/>
            </a:prstGeom>
          </p:spPr>
        </p:pic>
        <p:cxnSp>
          <p:nvCxnSpPr>
            <p:cNvPr id="557" name="Elbow Connector 556">
              <a:extLst>
                <a:ext uri="{FF2B5EF4-FFF2-40B4-BE49-F238E27FC236}">
                  <a16:creationId xmlns:a16="http://schemas.microsoft.com/office/drawing/2014/main" id="{57C72A04-2267-5DF7-F74B-49137FA9CA9A}"/>
                </a:ext>
              </a:extLst>
            </p:cNvPr>
            <p:cNvCxnSpPr>
              <a:cxnSpLocks/>
              <a:stCxn id="528" idx="2"/>
              <a:endCxn id="521" idx="3"/>
            </p:cNvCxnSpPr>
            <p:nvPr/>
          </p:nvCxnSpPr>
          <p:spPr>
            <a:xfrm rot="5400000">
              <a:off x="5800905" y="2661528"/>
              <a:ext cx="546790" cy="165783"/>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8" name="TextBox 557">
              <a:extLst>
                <a:ext uri="{FF2B5EF4-FFF2-40B4-BE49-F238E27FC236}">
                  <a16:creationId xmlns:a16="http://schemas.microsoft.com/office/drawing/2014/main" id="{9E5DB295-05BC-C25C-11C9-240180DDAD69}"/>
                </a:ext>
              </a:extLst>
            </p:cNvPr>
            <p:cNvSpPr txBox="1"/>
            <p:nvPr/>
          </p:nvSpPr>
          <p:spPr>
            <a:xfrm>
              <a:off x="5964508" y="2528866"/>
              <a:ext cx="1052382" cy="345345"/>
            </a:xfrm>
            <a:prstGeom prst="rect">
              <a:avLst/>
            </a:prstGeom>
            <a:noFill/>
          </p:spPr>
          <p:txBody>
            <a:bodyPr wrap="square" rtlCol="0">
              <a:spAutoFit/>
            </a:bodyPr>
            <a:lstStyle/>
            <a:p>
              <a:pPr algn="ctr"/>
              <a:r>
                <a:rPr lang="en-US" sz="2872" b="1" dirty="0"/>
                <a:t>Label</a:t>
              </a:r>
            </a:p>
          </p:txBody>
        </p:sp>
        <p:sp>
          <p:nvSpPr>
            <p:cNvPr id="559" name="TextBox 558">
              <a:extLst>
                <a:ext uri="{FF2B5EF4-FFF2-40B4-BE49-F238E27FC236}">
                  <a16:creationId xmlns:a16="http://schemas.microsoft.com/office/drawing/2014/main" id="{F96650E1-0651-7F0E-29F8-68B7FAD40294}"/>
                </a:ext>
              </a:extLst>
            </p:cNvPr>
            <p:cNvSpPr txBox="1"/>
            <p:nvPr/>
          </p:nvSpPr>
          <p:spPr>
            <a:xfrm>
              <a:off x="7949026" y="5988294"/>
              <a:ext cx="1376687" cy="345345"/>
            </a:xfrm>
            <a:prstGeom prst="rect">
              <a:avLst/>
            </a:prstGeom>
            <a:noFill/>
          </p:spPr>
          <p:txBody>
            <a:bodyPr wrap="square" rtlCol="0">
              <a:spAutoFit/>
            </a:bodyPr>
            <a:lstStyle/>
            <a:p>
              <a:pPr algn="ctr"/>
              <a:r>
                <a:rPr lang="en-US" sz="2872" b="1" dirty="0">
                  <a:solidFill>
                    <a:srgbClr val="6A607E"/>
                  </a:solidFill>
                </a:rPr>
                <a:t>Retrieve</a:t>
              </a:r>
            </a:p>
          </p:txBody>
        </p:sp>
        <p:cxnSp>
          <p:nvCxnSpPr>
            <p:cNvPr id="560" name="Straight Arrow Connector 559">
              <a:extLst>
                <a:ext uri="{FF2B5EF4-FFF2-40B4-BE49-F238E27FC236}">
                  <a16:creationId xmlns:a16="http://schemas.microsoft.com/office/drawing/2014/main" id="{6E561CF0-EAF2-6903-6BCB-906B0C94E781}"/>
                </a:ext>
              </a:extLst>
            </p:cNvPr>
            <p:cNvCxnSpPr>
              <a:cxnSpLocks/>
              <a:stCxn id="564" idx="1"/>
            </p:cNvCxnSpPr>
            <p:nvPr/>
          </p:nvCxnSpPr>
          <p:spPr>
            <a:xfrm flipH="1">
              <a:off x="3014209" y="5166745"/>
              <a:ext cx="271463" cy="1828"/>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61" name="Straight Arrow Connector 560">
              <a:extLst>
                <a:ext uri="{FF2B5EF4-FFF2-40B4-BE49-F238E27FC236}">
                  <a16:creationId xmlns:a16="http://schemas.microsoft.com/office/drawing/2014/main" id="{83523898-CF70-6CC2-4768-0920C5B38DB5}"/>
                </a:ext>
              </a:extLst>
            </p:cNvPr>
            <p:cNvCxnSpPr>
              <a:cxnSpLocks/>
              <a:stCxn id="562" idx="3"/>
            </p:cNvCxnSpPr>
            <p:nvPr/>
          </p:nvCxnSpPr>
          <p:spPr>
            <a:xfrm>
              <a:off x="9238635" y="5156367"/>
              <a:ext cx="284300" cy="7822"/>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sp>
        <p:nvSpPr>
          <p:cNvPr id="571" name="TextBox 570">
            <a:extLst>
              <a:ext uri="{FF2B5EF4-FFF2-40B4-BE49-F238E27FC236}">
                <a16:creationId xmlns:a16="http://schemas.microsoft.com/office/drawing/2014/main" id="{927B0566-BEB5-6E31-08A8-A90288E3601B}"/>
              </a:ext>
            </a:extLst>
          </p:cNvPr>
          <p:cNvSpPr txBox="1"/>
          <p:nvPr/>
        </p:nvSpPr>
        <p:spPr>
          <a:xfrm>
            <a:off x="424567" y="22021009"/>
            <a:ext cx="9725725" cy="5119478"/>
          </a:xfrm>
          <a:prstGeom prst="rect">
            <a:avLst/>
          </a:prstGeom>
          <a:noFill/>
        </p:spPr>
        <p:txBody>
          <a:bodyPr wrap="square">
            <a:spAutoFit/>
          </a:bodyPr>
          <a:lstStyle/>
          <a:p>
            <a:pPr algn="ctr"/>
            <a:r>
              <a:rPr lang="en-US" sz="4846" dirty="0">
                <a:latin typeface="Candara" panose="020E0502030303020204" pitchFamily="34" charset="0"/>
              </a:rPr>
              <a:t>Learning to correct mistakes by introducing a </a:t>
            </a:r>
            <a:r>
              <a:rPr lang="en-US" sz="4846" dirty="0">
                <a:solidFill>
                  <a:schemeClr val="accent1"/>
                </a:solidFill>
                <a:latin typeface="Candara" panose="020E0502030303020204" pitchFamily="34" charset="0"/>
              </a:rPr>
              <a:t>Cooperative Agent</a:t>
            </a:r>
          </a:p>
          <a:p>
            <a:pPr algn="ctr"/>
            <a:endParaRPr lang="en-US" sz="1795" dirty="0">
              <a:solidFill>
                <a:schemeClr val="accent1"/>
              </a:solidFill>
              <a:latin typeface="Candara" panose="020E0502030303020204" pitchFamily="34" charset="0"/>
            </a:endParaRPr>
          </a:p>
          <a:p>
            <a:pPr lvl="3"/>
            <a:r>
              <a:rPr lang="en-US" sz="4308" dirty="0">
                <a:latin typeface="Candara" panose="020E0502030303020204" pitchFamily="34" charset="0"/>
              </a:rPr>
              <a:t>   Main LLM: solve problem</a:t>
            </a:r>
          </a:p>
          <a:p>
            <a:pPr lvl="4"/>
            <a:r>
              <a:rPr lang="en-US" sz="4308" dirty="0">
                <a:latin typeface="Candara" panose="020E0502030303020204" pitchFamily="34" charset="0"/>
              </a:rPr>
              <a:t>big (difficult to finetune)</a:t>
            </a:r>
          </a:p>
          <a:p>
            <a:pPr marL="820594" lvl="2"/>
            <a:endParaRPr lang="en-US" sz="3949" dirty="0">
              <a:latin typeface="Candara" panose="020E0502030303020204" pitchFamily="34" charset="0"/>
            </a:endParaRPr>
          </a:p>
          <a:p>
            <a:pPr lvl="4"/>
            <a:r>
              <a:rPr lang="en-US" sz="4308" dirty="0">
                <a:latin typeface="Candara" panose="020E0502030303020204" pitchFamily="34" charset="0"/>
              </a:rPr>
              <a:t>Study assistant: provide feedback (small, easy to train)</a:t>
            </a:r>
            <a:endParaRPr lang="en-US" sz="2513" dirty="0"/>
          </a:p>
        </p:txBody>
      </p:sp>
      <p:pic>
        <p:nvPicPr>
          <p:cNvPr id="572" name="Picture 571">
            <a:extLst>
              <a:ext uri="{FF2B5EF4-FFF2-40B4-BE49-F238E27FC236}">
                <a16:creationId xmlns:a16="http://schemas.microsoft.com/office/drawing/2014/main" id="{F099CC8C-7702-8D3A-CC7E-D75C56A83FAE}"/>
              </a:ext>
            </a:extLst>
          </p:cNvPr>
          <p:cNvPicPr>
            <a:picLocks noChangeAspect="1"/>
          </p:cNvPicPr>
          <p:nvPr/>
        </p:nvPicPr>
        <p:blipFill>
          <a:blip r:embed="rId7"/>
          <a:stretch>
            <a:fillRect/>
          </a:stretch>
        </p:blipFill>
        <p:spPr>
          <a:xfrm>
            <a:off x="645131" y="24102765"/>
            <a:ext cx="1207322" cy="1207322"/>
          </a:xfrm>
          <a:prstGeom prst="rect">
            <a:avLst/>
          </a:prstGeom>
        </p:spPr>
      </p:pic>
      <p:pic>
        <p:nvPicPr>
          <p:cNvPr id="573" name="Picture 572">
            <a:extLst>
              <a:ext uri="{FF2B5EF4-FFF2-40B4-BE49-F238E27FC236}">
                <a16:creationId xmlns:a16="http://schemas.microsoft.com/office/drawing/2014/main" id="{8423D721-53EE-24AC-21F3-243F9140FF41}"/>
              </a:ext>
            </a:extLst>
          </p:cNvPr>
          <p:cNvPicPr>
            <a:picLocks noChangeAspect="1"/>
          </p:cNvPicPr>
          <p:nvPr/>
        </p:nvPicPr>
        <p:blipFill>
          <a:blip r:embed="rId4"/>
          <a:stretch>
            <a:fillRect/>
          </a:stretch>
        </p:blipFill>
        <p:spPr>
          <a:xfrm>
            <a:off x="661813" y="26173915"/>
            <a:ext cx="1207324" cy="1207324"/>
          </a:xfrm>
          <a:prstGeom prst="rect">
            <a:avLst/>
          </a:prstGeom>
        </p:spPr>
      </p:pic>
      <p:sp>
        <p:nvSpPr>
          <p:cNvPr id="575" name="TextBox 574">
            <a:extLst>
              <a:ext uri="{FF2B5EF4-FFF2-40B4-BE49-F238E27FC236}">
                <a16:creationId xmlns:a16="http://schemas.microsoft.com/office/drawing/2014/main" id="{21BE055D-1CBC-89BE-8BE7-C92E1BA84299}"/>
              </a:ext>
            </a:extLst>
          </p:cNvPr>
          <p:cNvSpPr txBox="1"/>
          <p:nvPr/>
        </p:nvSpPr>
        <p:spPr>
          <a:xfrm>
            <a:off x="12566652" y="21486032"/>
            <a:ext cx="9474142" cy="1749453"/>
          </a:xfrm>
          <a:prstGeom prst="rect">
            <a:avLst/>
          </a:prstGeom>
          <a:noFill/>
        </p:spPr>
        <p:txBody>
          <a:bodyPr wrap="square" rtlCol="0">
            <a:spAutoFit/>
          </a:bodyPr>
          <a:lstStyle/>
          <a:p>
            <a:pPr algn="ctr"/>
            <a:r>
              <a:rPr lang="en-US" altLang="zh-CN" sz="5384" dirty="0"/>
              <a:t>Model-specific</a:t>
            </a:r>
            <a:r>
              <a:rPr lang="zh-CN" altLang="en-US" sz="5384" dirty="0"/>
              <a:t> </a:t>
            </a:r>
            <a:r>
              <a:rPr lang="en-US" altLang="zh-CN" sz="5384" dirty="0"/>
              <a:t>Study</a:t>
            </a:r>
            <a:r>
              <a:rPr lang="zh-CN" altLang="en-US" sz="5384" dirty="0"/>
              <a:t> </a:t>
            </a:r>
            <a:r>
              <a:rPr lang="en-US" altLang="zh-CN" sz="5384" dirty="0"/>
              <a:t>Assistant by Imitation Learning</a:t>
            </a:r>
            <a:endParaRPr lang="en-US" sz="5384" dirty="0"/>
          </a:p>
        </p:txBody>
      </p:sp>
      <p:cxnSp>
        <p:nvCxnSpPr>
          <p:cNvPr id="576" name="Straight Connector 575">
            <a:extLst>
              <a:ext uri="{FF2B5EF4-FFF2-40B4-BE49-F238E27FC236}">
                <a16:creationId xmlns:a16="http://schemas.microsoft.com/office/drawing/2014/main" id="{9121FFA7-395E-B02D-E51F-22D20F2E35E6}"/>
              </a:ext>
            </a:extLst>
          </p:cNvPr>
          <p:cNvCxnSpPr>
            <a:cxnSpLocks/>
          </p:cNvCxnSpPr>
          <p:nvPr/>
        </p:nvCxnSpPr>
        <p:spPr>
          <a:xfrm>
            <a:off x="10673590" y="23300903"/>
            <a:ext cx="13581368" cy="0"/>
          </a:xfrm>
          <a:prstGeom prst="line">
            <a:avLst/>
          </a:prstGeom>
          <a:ln w="63500" cap="flat">
            <a:gradFill flip="none" rotWithShape="1">
              <a:gsLst>
                <a:gs pos="0">
                  <a:schemeClr val="accent1">
                    <a:lumMod val="5000"/>
                    <a:lumOff val="95000"/>
                  </a:schemeClr>
                </a:gs>
                <a:gs pos="50000">
                  <a:schemeClr val="tx1">
                    <a:lumMod val="50000"/>
                    <a:lumOff val="50000"/>
                  </a:schemeClr>
                </a:gs>
                <a:gs pos="100000">
                  <a:schemeClr val="bg1">
                    <a:lumMod val="5000"/>
                    <a:lumOff val="95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89CC78A-C87D-EE5F-1708-BBB926555D36}"/>
              </a:ext>
            </a:extLst>
          </p:cNvPr>
          <p:cNvSpPr txBox="1">
            <a:spLocks/>
          </p:cNvSpPr>
          <p:nvPr/>
        </p:nvSpPr>
        <p:spPr>
          <a:xfrm>
            <a:off x="12104710" y="13626043"/>
            <a:ext cx="10515600" cy="1325563"/>
          </a:xfrm>
          <a:prstGeom prst="rect">
            <a:avLst/>
          </a:prstGeom>
        </p:spPr>
        <p:txBody>
          <a:bodyPr vert="horz" lIns="91440" tIns="45720" rIns="91440" bIns="45720" rtlCol="0" anchor="b">
            <a:normAutofit/>
          </a:bodyPr>
          <a:lstStyle>
            <a:lvl1pPr algn="ctr" defTabSz="3840480" rtl="0" eaLnBrk="1" latinLnBrk="0" hangingPunct="1">
              <a:lnSpc>
                <a:spcPct val="90000"/>
              </a:lnSpc>
              <a:spcBef>
                <a:spcPct val="0"/>
              </a:spcBef>
              <a:buNone/>
              <a:defRPr sz="25200" kern="1200">
                <a:solidFill>
                  <a:schemeClr val="tx1"/>
                </a:solidFill>
                <a:latin typeface="+mj-lt"/>
                <a:ea typeface="+mj-ea"/>
                <a:cs typeface="+mj-cs"/>
              </a:defRPr>
            </a:lvl1pPr>
          </a:lstStyle>
          <a:p>
            <a:r>
              <a:rPr lang="en-US" sz="5380" dirty="0">
                <a:latin typeface="+mn-lt"/>
              </a:rPr>
              <a:t>Mistake Retrieval</a:t>
            </a:r>
          </a:p>
        </p:txBody>
      </p:sp>
      <p:sp>
        <p:nvSpPr>
          <p:cNvPr id="32" name="TextBox 31">
            <a:extLst>
              <a:ext uri="{FF2B5EF4-FFF2-40B4-BE49-F238E27FC236}">
                <a16:creationId xmlns:a16="http://schemas.microsoft.com/office/drawing/2014/main" id="{7C3CF8E6-9938-B6AA-1751-B89DE29D5C39}"/>
              </a:ext>
            </a:extLst>
          </p:cNvPr>
          <p:cNvSpPr txBox="1"/>
          <p:nvPr/>
        </p:nvSpPr>
        <p:spPr>
          <a:xfrm>
            <a:off x="13490928" y="15352943"/>
            <a:ext cx="2759324" cy="682853"/>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r>
              <a:rPr lang="en-US" sz="3200" dirty="0">
                <a:solidFill>
                  <a:srgbClr val="374151"/>
                </a:solidFill>
              </a:rPr>
              <a:t>Query</a:t>
            </a:r>
          </a:p>
        </p:txBody>
      </p:sp>
      <p:sp>
        <p:nvSpPr>
          <p:cNvPr id="33" name="Rounded Rectangle 32">
            <a:extLst>
              <a:ext uri="{FF2B5EF4-FFF2-40B4-BE49-F238E27FC236}">
                <a16:creationId xmlns:a16="http://schemas.microsoft.com/office/drawing/2014/main" id="{481BDE5E-7FC4-AE26-B3F6-0F3BB5A811EB}"/>
              </a:ext>
            </a:extLst>
          </p:cNvPr>
          <p:cNvSpPr/>
          <p:nvPr/>
        </p:nvSpPr>
        <p:spPr>
          <a:xfrm>
            <a:off x="13498863" y="16367589"/>
            <a:ext cx="2735356" cy="477464"/>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Response</a:t>
            </a:r>
          </a:p>
        </p:txBody>
      </p:sp>
      <p:sp>
        <p:nvSpPr>
          <p:cNvPr id="34" name="Rounded Rectangle 33">
            <a:extLst>
              <a:ext uri="{FF2B5EF4-FFF2-40B4-BE49-F238E27FC236}">
                <a16:creationId xmlns:a16="http://schemas.microsoft.com/office/drawing/2014/main" id="{0FF3358C-E7DC-C186-7406-B43F6DEAC3F2}"/>
              </a:ext>
            </a:extLst>
          </p:cNvPr>
          <p:cNvSpPr/>
          <p:nvPr/>
        </p:nvSpPr>
        <p:spPr>
          <a:xfrm>
            <a:off x="13516589" y="16867565"/>
            <a:ext cx="2759326" cy="396211"/>
          </a:xfrm>
          <a:prstGeom prst="roundRect">
            <a:avLst/>
          </a:prstGeom>
          <a:solidFill>
            <a:schemeClr val="accent2">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3200" dirty="0">
                <a:solidFill>
                  <a:schemeClr val="tx1"/>
                </a:solidFill>
              </a:rPr>
              <a:t>Ground Truth</a:t>
            </a:r>
            <a:endParaRPr lang="en-US" sz="3200" i="1" dirty="0">
              <a:solidFill>
                <a:srgbClr val="374151"/>
              </a:solidFill>
            </a:endParaRPr>
          </a:p>
        </p:txBody>
      </p:sp>
      <p:cxnSp>
        <p:nvCxnSpPr>
          <p:cNvPr id="35" name="Elbow Connector 34">
            <a:extLst>
              <a:ext uri="{FF2B5EF4-FFF2-40B4-BE49-F238E27FC236}">
                <a16:creationId xmlns:a16="http://schemas.microsoft.com/office/drawing/2014/main" id="{7FF9BAA3-FF91-607D-1B84-5B76082D0B7C}"/>
              </a:ext>
            </a:extLst>
          </p:cNvPr>
          <p:cNvCxnSpPr>
            <a:cxnSpLocks/>
            <a:stCxn id="450" idx="2"/>
            <a:endCxn id="63" idx="0"/>
          </p:cNvCxnSpPr>
          <p:nvPr/>
        </p:nvCxnSpPr>
        <p:spPr>
          <a:xfrm rot="16200000" flipH="1">
            <a:off x="14572843" y="18398970"/>
            <a:ext cx="1032029" cy="436538"/>
          </a:xfrm>
          <a:prstGeom prst="bentConnector3">
            <a:avLst>
              <a:gd name="adj1" fmla="val 50000"/>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76F5B29-5E46-D038-0F38-1E88D28E9882}"/>
              </a:ext>
            </a:extLst>
          </p:cNvPr>
          <p:cNvCxnSpPr>
            <a:cxnSpLocks/>
            <a:stCxn id="43" idx="3"/>
          </p:cNvCxnSpPr>
          <p:nvPr/>
        </p:nvCxnSpPr>
        <p:spPr>
          <a:xfrm flipV="1">
            <a:off x="18482423" y="16715759"/>
            <a:ext cx="2678639" cy="3383284"/>
          </a:xfrm>
          <a:prstGeom prst="bentConnector2">
            <a:avLst/>
          </a:prstGeom>
          <a:ln w="28575">
            <a:solidFill>
              <a:srgbClr val="6A607E"/>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AF25494-6158-93E1-486B-C4F884CF0ADD}"/>
              </a:ext>
            </a:extLst>
          </p:cNvPr>
          <p:cNvSpPr txBox="1"/>
          <p:nvPr/>
        </p:nvSpPr>
        <p:spPr>
          <a:xfrm>
            <a:off x="17610225" y="15345524"/>
            <a:ext cx="2347466" cy="690272"/>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oAutofit/>
          </a:bodyPr>
          <a:lstStyle/>
          <a:p>
            <a:r>
              <a:rPr lang="en-US" sz="3200" dirty="0">
                <a:solidFill>
                  <a:srgbClr val="374151"/>
                </a:solidFill>
              </a:rPr>
              <a:t>New query</a:t>
            </a:r>
          </a:p>
        </p:txBody>
      </p:sp>
      <p:sp>
        <p:nvSpPr>
          <p:cNvPr id="41" name="Rectangle 40">
            <a:extLst>
              <a:ext uri="{FF2B5EF4-FFF2-40B4-BE49-F238E27FC236}">
                <a16:creationId xmlns:a16="http://schemas.microsoft.com/office/drawing/2014/main" id="{D08F0811-3308-F763-7C36-3EC4AE6E1E0A}"/>
              </a:ext>
            </a:extLst>
          </p:cNvPr>
          <p:cNvSpPr/>
          <p:nvPr/>
        </p:nvSpPr>
        <p:spPr>
          <a:xfrm>
            <a:off x="12326589" y="15199873"/>
            <a:ext cx="5029476" cy="5957289"/>
          </a:xfrm>
          <a:prstGeom prst="rect">
            <a:avLst/>
          </a:prstGeom>
          <a:noFill/>
          <a:ln w="2857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endParaRPr lang="en-US" sz="2800" i="1" dirty="0">
              <a:solidFill>
                <a:srgbClr val="374151"/>
              </a:solidFill>
            </a:endParaRPr>
          </a:p>
        </p:txBody>
      </p:sp>
      <p:sp>
        <p:nvSpPr>
          <p:cNvPr id="42" name="Rectangle 41">
            <a:extLst>
              <a:ext uri="{FF2B5EF4-FFF2-40B4-BE49-F238E27FC236}">
                <a16:creationId xmlns:a16="http://schemas.microsoft.com/office/drawing/2014/main" id="{42310986-41D8-4E60-3E2B-DC7A6FE1EE85}"/>
              </a:ext>
            </a:extLst>
          </p:cNvPr>
          <p:cNvSpPr/>
          <p:nvPr/>
        </p:nvSpPr>
        <p:spPr>
          <a:xfrm>
            <a:off x="17498658" y="15201752"/>
            <a:ext cx="4789823" cy="5970014"/>
          </a:xfrm>
          <a:prstGeom prst="rect">
            <a:avLst/>
          </a:prstGeom>
          <a:noFill/>
          <a:ln w="28575">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endParaRPr lang="en-US" sz="3200" i="1" dirty="0">
              <a:solidFill>
                <a:srgbClr val="374151"/>
              </a:solidFill>
            </a:endParaRPr>
          </a:p>
        </p:txBody>
      </p:sp>
      <p:sp>
        <p:nvSpPr>
          <p:cNvPr id="43" name="Rectangle 42">
            <a:extLst>
              <a:ext uri="{FF2B5EF4-FFF2-40B4-BE49-F238E27FC236}">
                <a16:creationId xmlns:a16="http://schemas.microsoft.com/office/drawing/2014/main" id="{75528485-CD0F-9B88-9119-164E4B76A6A5}"/>
              </a:ext>
            </a:extLst>
          </p:cNvPr>
          <p:cNvSpPr/>
          <p:nvPr/>
        </p:nvSpPr>
        <p:spPr>
          <a:xfrm>
            <a:off x="16459364" y="19228532"/>
            <a:ext cx="2023058" cy="1741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52" name="TextBox 51">
            <a:extLst>
              <a:ext uri="{FF2B5EF4-FFF2-40B4-BE49-F238E27FC236}">
                <a16:creationId xmlns:a16="http://schemas.microsoft.com/office/drawing/2014/main" id="{B1C93753-96B5-27C5-F5BF-6309150CD954}"/>
              </a:ext>
            </a:extLst>
          </p:cNvPr>
          <p:cNvSpPr txBox="1"/>
          <p:nvPr/>
        </p:nvSpPr>
        <p:spPr>
          <a:xfrm>
            <a:off x="12458394" y="19788670"/>
            <a:ext cx="2338927" cy="1200328"/>
          </a:xfrm>
          <a:prstGeom prst="rect">
            <a:avLst/>
          </a:prstGeom>
          <a:noFill/>
        </p:spPr>
        <p:txBody>
          <a:bodyPr wrap="square" rtlCol="0">
            <a:spAutoFit/>
          </a:bodyPr>
          <a:lstStyle/>
          <a:p>
            <a:pPr algn="ctr"/>
            <a:r>
              <a:rPr lang="en-US" sz="3600" i="1" dirty="0">
                <a:solidFill>
                  <a:schemeClr val="bg2">
                    <a:lumMod val="50000"/>
                  </a:schemeClr>
                </a:solidFill>
              </a:rPr>
              <a:t>Mistake</a:t>
            </a:r>
            <a:r>
              <a:rPr lang="zh-CN" altLang="en-US" sz="3600" i="1" dirty="0">
                <a:solidFill>
                  <a:schemeClr val="bg2">
                    <a:lumMod val="50000"/>
                  </a:schemeClr>
                </a:solidFill>
              </a:rPr>
              <a:t> </a:t>
            </a:r>
            <a:r>
              <a:rPr lang="en-US" sz="3600" i="1" dirty="0">
                <a:solidFill>
                  <a:schemeClr val="bg2">
                    <a:lumMod val="50000"/>
                  </a:schemeClr>
                </a:solidFill>
              </a:rPr>
              <a:t>Gathering</a:t>
            </a:r>
          </a:p>
        </p:txBody>
      </p:sp>
      <p:sp>
        <p:nvSpPr>
          <p:cNvPr id="53" name="TextBox 52">
            <a:extLst>
              <a:ext uri="{FF2B5EF4-FFF2-40B4-BE49-F238E27FC236}">
                <a16:creationId xmlns:a16="http://schemas.microsoft.com/office/drawing/2014/main" id="{1EBBABEB-D9DB-BDAA-49C5-6D6D9CDB44CE}"/>
              </a:ext>
            </a:extLst>
          </p:cNvPr>
          <p:cNvSpPr txBox="1"/>
          <p:nvPr/>
        </p:nvSpPr>
        <p:spPr>
          <a:xfrm>
            <a:off x="19695824" y="20315699"/>
            <a:ext cx="2262350" cy="584775"/>
          </a:xfrm>
          <a:prstGeom prst="rect">
            <a:avLst/>
          </a:prstGeom>
          <a:noFill/>
        </p:spPr>
        <p:txBody>
          <a:bodyPr wrap="none" rtlCol="0">
            <a:spAutoFit/>
          </a:bodyPr>
          <a:lstStyle/>
          <a:p>
            <a:r>
              <a:rPr lang="en-US" sz="3200" i="1" dirty="0">
                <a:solidFill>
                  <a:schemeClr val="bg2">
                    <a:lumMod val="50000"/>
                  </a:schemeClr>
                </a:solidFill>
              </a:rPr>
              <a:t>Examination</a:t>
            </a:r>
            <a:endParaRPr lang="en-US" sz="4800" i="1" dirty="0">
              <a:solidFill>
                <a:schemeClr val="bg2">
                  <a:lumMod val="50000"/>
                </a:schemeClr>
              </a:solidFill>
            </a:endParaRPr>
          </a:p>
        </p:txBody>
      </p:sp>
      <p:pic>
        <p:nvPicPr>
          <p:cNvPr id="54" name="Picture 53">
            <a:extLst>
              <a:ext uri="{FF2B5EF4-FFF2-40B4-BE49-F238E27FC236}">
                <a16:creationId xmlns:a16="http://schemas.microsoft.com/office/drawing/2014/main" id="{556CDD74-031B-4E14-C431-F6A1E945F09B}"/>
              </a:ext>
            </a:extLst>
          </p:cNvPr>
          <p:cNvPicPr>
            <a:picLocks noChangeAspect="1"/>
          </p:cNvPicPr>
          <p:nvPr/>
        </p:nvPicPr>
        <p:blipFill>
          <a:blip r:embed="rId8"/>
          <a:stretch>
            <a:fillRect/>
          </a:stretch>
        </p:blipFill>
        <p:spPr>
          <a:xfrm>
            <a:off x="16573485" y="19045282"/>
            <a:ext cx="1774276" cy="1635692"/>
          </a:xfrm>
          <a:prstGeom prst="rect">
            <a:avLst/>
          </a:prstGeom>
        </p:spPr>
      </p:pic>
      <p:sp>
        <p:nvSpPr>
          <p:cNvPr id="55" name="TextBox 54">
            <a:extLst>
              <a:ext uri="{FF2B5EF4-FFF2-40B4-BE49-F238E27FC236}">
                <a16:creationId xmlns:a16="http://schemas.microsoft.com/office/drawing/2014/main" id="{70357EB0-195D-D956-8434-FFAB1C18C9BA}"/>
              </a:ext>
            </a:extLst>
          </p:cNvPr>
          <p:cNvSpPr txBox="1"/>
          <p:nvPr/>
        </p:nvSpPr>
        <p:spPr>
          <a:xfrm>
            <a:off x="15547216" y="20476858"/>
            <a:ext cx="3635323" cy="584775"/>
          </a:xfrm>
          <a:prstGeom prst="rect">
            <a:avLst/>
          </a:prstGeom>
          <a:noFill/>
        </p:spPr>
        <p:txBody>
          <a:bodyPr wrap="square" rtlCol="0">
            <a:spAutoFit/>
          </a:bodyPr>
          <a:lstStyle/>
          <a:p>
            <a:pPr algn="ctr"/>
            <a:r>
              <a:rPr lang="en-US" sz="3200" b="1" dirty="0"/>
              <a:t>Mistake Memory</a:t>
            </a:r>
          </a:p>
        </p:txBody>
      </p:sp>
      <p:sp>
        <p:nvSpPr>
          <p:cNvPr id="56" name="Cross 55">
            <a:extLst>
              <a:ext uri="{FF2B5EF4-FFF2-40B4-BE49-F238E27FC236}">
                <a16:creationId xmlns:a16="http://schemas.microsoft.com/office/drawing/2014/main" id="{F3DE4728-1092-599D-F1CC-7F546E6DF252}"/>
              </a:ext>
            </a:extLst>
          </p:cNvPr>
          <p:cNvSpPr/>
          <p:nvPr/>
        </p:nvSpPr>
        <p:spPr>
          <a:xfrm>
            <a:off x="15870751" y="19273979"/>
            <a:ext cx="379501" cy="338858"/>
          </a:xfrm>
          <a:prstGeom prst="plus">
            <a:avLst>
              <a:gd name="adj" fmla="val 4029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63" name="Picture 62">
            <a:extLst>
              <a:ext uri="{FF2B5EF4-FFF2-40B4-BE49-F238E27FC236}">
                <a16:creationId xmlns:a16="http://schemas.microsoft.com/office/drawing/2014/main" id="{BDC6BA71-68BD-3252-1C21-E3CE6E3BB001}"/>
              </a:ext>
            </a:extLst>
          </p:cNvPr>
          <p:cNvPicPr>
            <a:picLocks noChangeAspect="1"/>
          </p:cNvPicPr>
          <p:nvPr/>
        </p:nvPicPr>
        <p:blipFill>
          <a:blip r:embed="rId17"/>
          <a:stretch>
            <a:fillRect/>
          </a:stretch>
        </p:blipFill>
        <p:spPr>
          <a:xfrm>
            <a:off x="15072409" y="19133254"/>
            <a:ext cx="469434" cy="580820"/>
          </a:xfrm>
          <a:prstGeom prst="rect">
            <a:avLst/>
          </a:prstGeom>
        </p:spPr>
      </p:pic>
      <p:sp>
        <p:nvSpPr>
          <p:cNvPr id="448" name="TextBox 447">
            <a:extLst>
              <a:ext uri="{FF2B5EF4-FFF2-40B4-BE49-F238E27FC236}">
                <a16:creationId xmlns:a16="http://schemas.microsoft.com/office/drawing/2014/main" id="{D5D045A5-AE7A-B4B0-0015-3810A1560BED}"/>
              </a:ext>
            </a:extLst>
          </p:cNvPr>
          <p:cNvSpPr txBox="1"/>
          <p:nvPr/>
        </p:nvSpPr>
        <p:spPr>
          <a:xfrm>
            <a:off x="18845911" y="19471002"/>
            <a:ext cx="1973937" cy="584775"/>
          </a:xfrm>
          <a:prstGeom prst="rect">
            <a:avLst/>
          </a:prstGeom>
          <a:noFill/>
        </p:spPr>
        <p:txBody>
          <a:bodyPr wrap="square" rtlCol="0">
            <a:spAutoFit/>
          </a:bodyPr>
          <a:lstStyle/>
          <a:p>
            <a:pPr algn="ctr"/>
            <a:r>
              <a:rPr lang="en-US" sz="3200" b="1" i="1" dirty="0">
                <a:solidFill>
                  <a:srgbClr val="6A607E"/>
                </a:solidFill>
              </a:rPr>
              <a:t>Retrieve</a:t>
            </a:r>
          </a:p>
        </p:txBody>
      </p:sp>
      <p:sp>
        <p:nvSpPr>
          <p:cNvPr id="449" name="Rounded Rectangle 448">
            <a:extLst>
              <a:ext uri="{FF2B5EF4-FFF2-40B4-BE49-F238E27FC236}">
                <a16:creationId xmlns:a16="http://schemas.microsoft.com/office/drawing/2014/main" id="{1AD151CE-F3A6-69F5-ABBA-4965EABA7BA8}"/>
              </a:ext>
            </a:extLst>
          </p:cNvPr>
          <p:cNvSpPr/>
          <p:nvPr/>
        </p:nvSpPr>
        <p:spPr>
          <a:xfrm>
            <a:off x="13490925" y="17286289"/>
            <a:ext cx="2759326" cy="396211"/>
          </a:xfrm>
          <a:prstGeom prst="roundRect">
            <a:avLst/>
          </a:prstGeom>
          <a:solidFill>
            <a:schemeClr val="accent6">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3200" dirty="0">
                <a:solidFill>
                  <a:schemeClr val="tx1"/>
                </a:solidFill>
              </a:rPr>
              <a:t>Analysis</a:t>
            </a:r>
            <a:endParaRPr lang="en-US" sz="3200" i="1" dirty="0">
              <a:solidFill>
                <a:srgbClr val="374151"/>
              </a:solidFill>
            </a:endParaRPr>
          </a:p>
        </p:txBody>
      </p:sp>
      <p:sp>
        <p:nvSpPr>
          <p:cNvPr id="450" name="Rounded Rectangle 449">
            <a:extLst>
              <a:ext uri="{FF2B5EF4-FFF2-40B4-BE49-F238E27FC236}">
                <a16:creationId xmlns:a16="http://schemas.microsoft.com/office/drawing/2014/main" id="{2DAF22FB-E8E7-7FC6-497B-DFE84F9FEFE6}"/>
              </a:ext>
            </a:extLst>
          </p:cNvPr>
          <p:cNvSpPr/>
          <p:nvPr/>
        </p:nvSpPr>
        <p:spPr>
          <a:xfrm>
            <a:off x="13490925" y="17705014"/>
            <a:ext cx="2759326" cy="396211"/>
          </a:xfrm>
          <a:prstGeom prst="roundRect">
            <a:avLst/>
          </a:prstGeom>
          <a:solidFill>
            <a:schemeClr val="accent6">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3200" dirty="0">
                <a:solidFill>
                  <a:schemeClr val="tx1"/>
                </a:solidFill>
              </a:rPr>
              <a:t>Guideline</a:t>
            </a:r>
            <a:endParaRPr lang="en-US" sz="3200" i="1" dirty="0">
              <a:solidFill>
                <a:srgbClr val="374151"/>
              </a:solidFill>
            </a:endParaRPr>
          </a:p>
        </p:txBody>
      </p:sp>
      <p:sp>
        <p:nvSpPr>
          <p:cNvPr id="451" name="TextBox 450">
            <a:extLst>
              <a:ext uri="{FF2B5EF4-FFF2-40B4-BE49-F238E27FC236}">
                <a16:creationId xmlns:a16="http://schemas.microsoft.com/office/drawing/2014/main" id="{1229F641-58D0-1134-FDF7-487FFD615DC2}"/>
              </a:ext>
            </a:extLst>
          </p:cNvPr>
          <p:cNvSpPr txBox="1"/>
          <p:nvPr/>
        </p:nvSpPr>
        <p:spPr>
          <a:xfrm>
            <a:off x="12476021" y="15441389"/>
            <a:ext cx="798617" cy="584775"/>
          </a:xfrm>
          <a:prstGeom prst="rect">
            <a:avLst/>
          </a:prstGeom>
          <a:noFill/>
        </p:spPr>
        <p:txBody>
          <a:bodyPr wrap="none" rtlCol="0">
            <a:spAutoFit/>
          </a:bodyPr>
          <a:lstStyle/>
          <a:p>
            <a:r>
              <a:rPr lang="en-US" sz="3200" b="1" dirty="0"/>
              <a:t>Key</a:t>
            </a:r>
          </a:p>
        </p:txBody>
      </p:sp>
      <p:sp>
        <p:nvSpPr>
          <p:cNvPr id="452" name="TextBox 451">
            <a:extLst>
              <a:ext uri="{FF2B5EF4-FFF2-40B4-BE49-F238E27FC236}">
                <a16:creationId xmlns:a16="http://schemas.microsoft.com/office/drawing/2014/main" id="{61206B45-7A44-E094-BCDA-DF1B9B5860E9}"/>
              </a:ext>
            </a:extLst>
          </p:cNvPr>
          <p:cNvSpPr txBox="1"/>
          <p:nvPr/>
        </p:nvSpPr>
        <p:spPr>
          <a:xfrm>
            <a:off x="12326591" y="16804897"/>
            <a:ext cx="1133451" cy="584775"/>
          </a:xfrm>
          <a:prstGeom prst="rect">
            <a:avLst/>
          </a:prstGeom>
          <a:noFill/>
        </p:spPr>
        <p:txBody>
          <a:bodyPr wrap="none" rtlCol="0">
            <a:spAutoFit/>
          </a:bodyPr>
          <a:lstStyle/>
          <a:p>
            <a:r>
              <a:rPr lang="en-US" sz="3200" b="1" dirty="0"/>
              <a:t>Value</a:t>
            </a:r>
          </a:p>
        </p:txBody>
      </p:sp>
      <p:grpSp>
        <p:nvGrpSpPr>
          <p:cNvPr id="453" name="Group 452">
            <a:extLst>
              <a:ext uri="{FF2B5EF4-FFF2-40B4-BE49-F238E27FC236}">
                <a16:creationId xmlns:a16="http://schemas.microsoft.com/office/drawing/2014/main" id="{985DC24E-0241-137D-D64E-454A8E2CDAC3}"/>
              </a:ext>
            </a:extLst>
          </p:cNvPr>
          <p:cNvGrpSpPr/>
          <p:nvPr/>
        </p:nvGrpSpPr>
        <p:grpSpPr>
          <a:xfrm>
            <a:off x="16408934" y="15352943"/>
            <a:ext cx="760887" cy="2748280"/>
            <a:chOff x="8710339" y="2104296"/>
            <a:chExt cx="434759" cy="1544766"/>
          </a:xfrm>
        </p:grpSpPr>
        <p:sp>
          <p:nvSpPr>
            <p:cNvPr id="460" name="TextBox 459">
              <a:extLst>
                <a:ext uri="{FF2B5EF4-FFF2-40B4-BE49-F238E27FC236}">
                  <a16:creationId xmlns:a16="http://schemas.microsoft.com/office/drawing/2014/main" id="{232660E8-7C34-3EB5-F2F3-1D882C341707}"/>
                </a:ext>
              </a:extLst>
            </p:cNvPr>
            <p:cNvSpPr txBox="1"/>
            <p:nvPr/>
          </p:nvSpPr>
          <p:spPr>
            <a:xfrm>
              <a:off x="8710339" y="2104296"/>
              <a:ext cx="434759" cy="383821"/>
            </a:xfrm>
            <a:prstGeom prst="round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wrap="square" rtlCol="0">
              <a:noAutofit/>
            </a:bodyPr>
            <a:lstStyle/>
            <a:p>
              <a:pPr algn="ctr"/>
              <a:endParaRPr lang="en-US" sz="3200" dirty="0">
                <a:solidFill>
                  <a:srgbClr val="374151"/>
                </a:solidFill>
              </a:endParaRPr>
            </a:p>
          </p:txBody>
        </p:sp>
        <p:sp>
          <p:nvSpPr>
            <p:cNvPr id="461" name="Rounded Rectangle 460">
              <a:extLst>
                <a:ext uri="{FF2B5EF4-FFF2-40B4-BE49-F238E27FC236}">
                  <a16:creationId xmlns:a16="http://schemas.microsoft.com/office/drawing/2014/main" id="{BD1885C8-4B5C-A8E0-DFE6-339C0CEEE00D}"/>
                </a:ext>
              </a:extLst>
            </p:cNvPr>
            <p:cNvSpPr/>
            <p:nvPr/>
          </p:nvSpPr>
          <p:spPr>
            <a:xfrm>
              <a:off x="8712228" y="2674613"/>
              <a:ext cx="430982" cy="268375"/>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62" name="Rounded Rectangle 461">
              <a:extLst>
                <a:ext uri="{FF2B5EF4-FFF2-40B4-BE49-F238E27FC236}">
                  <a16:creationId xmlns:a16="http://schemas.microsoft.com/office/drawing/2014/main" id="{B5A8EB13-239F-952E-8FFF-10E9B1FFF736}"/>
                </a:ext>
              </a:extLst>
            </p:cNvPr>
            <p:cNvSpPr/>
            <p:nvPr/>
          </p:nvSpPr>
          <p:spPr>
            <a:xfrm>
              <a:off x="8710339" y="2953434"/>
              <a:ext cx="434759" cy="222704"/>
            </a:xfrm>
            <a:prstGeom prst="roundRect">
              <a:avLst/>
            </a:prstGeom>
            <a:solidFill>
              <a:schemeClr val="accent2">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3200" i="1" dirty="0">
                <a:solidFill>
                  <a:srgbClr val="374151"/>
                </a:solidFill>
              </a:endParaRPr>
            </a:p>
          </p:txBody>
        </p:sp>
        <p:sp>
          <p:nvSpPr>
            <p:cNvPr id="463" name="Rounded Rectangle 462">
              <a:extLst>
                <a:ext uri="{FF2B5EF4-FFF2-40B4-BE49-F238E27FC236}">
                  <a16:creationId xmlns:a16="http://schemas.microsoft.com/office/drawing/2014/main" id="{2FB2BE05-D9D8-9C4A-1EAE-19C06FB2D794}"/>
                </a:ext>
              </a:extLst>
            </p:cNvPr>
            <p:cNvSpPr/>
            <p:nvPr/>
          </p:nvSpPr>
          <p:spPr>
            <a:xfrm>
              <a:off x="8710339" y="3185789"/>
              <a:ext cx="434759" cy="222704"/>
            </a:xfrm>
            <a:prstGeom prst="roundRect">
              <a:avLst/>
            </a:prstGeom>
            <a:solidFill>
              <a:schemeClr val="accent6">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3200" i="1" dirty="0">
                <a:solidFill>
                  <a:srgbClr val="374151"/>
                </a:solidFill>
              </a:endParaRPr>
            </a:p>
          </p:txBody>
        </p:sp>
        <p:sp>
          <p:nvSpPr>
            <p:cNvPr id="464" name="Rounded Rectangle 463">
              <a:extLst>
                <a:ext uri="{FF2B5EF4-FFF2-40B4-BE49-F238E27FC236}">
                  <a16:creationId xmlns:a16="http://schemas.microsoft.com/office/drawing/2014/main" id="{5D24644C-5B30-94A5-B15A-72DFB540A2EF}"/>
                </a:ext>
              </a:extLst>
            </p:cNvPr>
            <p:cNvSpPr/>
            <p:nvPr/>
          </p:nvSpPr>
          <p:spPr>
            <a:xfrm>
              <a:off x="8710339" y="3426358"/>
              <a:ext cx="434759" cy="222704"/>
            </a:xfrm>
            <a:prstGeom prst="roundRect">
              <a:avLst/>
            </a:prstGeom>
            <a:solidFill>
              <a:schemeClr val="accent6">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3200" i="1" dirty="0">
                <a:solidFill>
                  <a:srgbClr val="374151"/>
                </a:solidFill>
              </a:endParaRPr>
            </a:p>
          </p:txBody>
        </p:sp>
      </p:grpSp>
      <p:cxnSp>
        <p:nvCxnSpPr>
          <p:cNvPr id="454" name="Elbow Connector 453">
            <a:extLst>
              <a:ext uri="{FF2B5EF4-FFF2-40B4-BE49-F238E27FC236}">
                <a16:creationId xmlns:a16="http://schemas.microsoft.com/office/drawing/2014/main" id="{972529C3-1136-6609-1272-642F286E59F8}"/>
              </a:ext>
            </a:extLst>
          </p:cNvPr>
          <p:cNvCxnSpPr>
            <a:cxnSpLocks/>
            <a:stCxn id="40" idx="2"/>
          </p:cNvCxnSpPr>
          <p:nvPr/>
        </p:nvCxnSpPr>
        <p:spPr>
          <a:xfrm rot="5400000">
            <a:off x="16856809" y="17189933"/>
            <a:ext cx="3081286" cy="773012"/>
          </a:xfrm>
          <a:prstGeom prst="bentConnector3">
            <a:avLst>
              <a:gd name="adj1" fmla="val 50000"/>
            </a:avLst>
          </a:prstGeom>
          <a:ln w="28575">
            <a:solidFill>
              <a:srgbClr val="6A607E"/>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5" name="TextBox 454">
                <a:extLst>
                  <a:ext uri="{FF2B5EF4-FFF2-40B4-BE49-F238E27FC236}">
                    <a16:creationId xmlns:a16="http://schemas.microsoft.com/office/drawing/2014/main" id="{EEDA4166-B45E-B4D5-81AB-17F201DD2571}"/>
                  </a:ext>
                </a:extLst>
              </p:cNvPr>
              <p:cNvSpPr txBox="1"/>
              <p:nvPr/>
            </p:nvSpPr>
            <p:spPr>
              <a:xfrm>
                <a:off x="18193698" y="18149517"/>
                <a:ext cx="1973937" cy="1077219"/>
              </a:xfrm>
              <a:prstGeom prst="rect">
                <a:avLst/>
              </a:prstGeom>
              <a:noFill/>
            </p:spPr>
            <p:txBody>
              <a:bodyPr wrap="square" rtlCol="0">
                <a:spAutoFit/>
              </a:bodyPr>
              <a:lstStyle/>
              <a:p>
                <a:pPr algn="ctr"/>
                <a:r>
                  <a:rPr lang="en-US" sz="3200" b="1" i="1" dirty="0">
                    <a:solidFill>
                      <a:srgbClr val="6A607E"/>
                    </a:solidFill>
                  </a:rPr>
                  <a:t>Similarity</a:t>
                </a:r>
              </a:p>
              <a:p>
                <a:pPr algn="ctr"/>
                <a:r>
                  <a:rPr lang="en-US" sz="3200" b="1" dirty="0">
                    <a:solidFill>
                      <a:srgbClr val="6A607E"/>
                    </a:solidFill>
                  </a:rPr>
                  <a:t>(</a:t>
                </a:r>
                <a14:m>
                  <m:oMath xmlns:m="http://schemas.openxmlformats.org/officeDocument/2006/math">
                    <m:r>
                      <a:rPr lang="en-US" sz="3200" b="1" i="1" smtClean="0">
                        <a:solidFill>
                          <a:srgbClr val="6A607E"/>
                        </a:solidFill>
                        <a:latin typeface="Cambria Math" panose="02040503050406030204" pitchFamily="18" charset="0"/>
                      </a:rPr>
                      <m:t>𝒕𝒐𝒑𝒌</m:t>
                    </m:r>
                  </m:oMath>
                </a14:m>
                <a:r>
                  <a:rPr lang="en-US" sz="3200" b="1" dirty="0">
                    <a:solidFill>
                      <a:srgbClr val="6A607E"/>
                    </a:solidFill>
                  </a:rPr>
                  <a:t>, </a:t>
                </a:r>
                <a14:m>
                  <m:oMath xmlns:m="http://schemas.openxmlformats.org/officeDocument/2006/math">
                    <m:r>
                      <a:rPr lang="en-US" sz="3200" b="1" i="1" smtClean="0">
                        <a:solidFill>
                          <a:srgbClr val="6A607E"/>
                        </a:solidFill>
                        <a:latin typeface="Cambria Math" panose="02040503050406030204" pitchFamily="18" charset="0"/>
                        <a:ea typeface="Cambria Math" panose="02040503050406030204" pitchFamily="18" charset="0"/>
                      </a:rPr>
                      <m:t>𝜽</m:t>
                    </m:r>
                  </m:oMath>
                </a14:m>
                <a:r>
                  <a:rPr lang="en-US" sz="3200" b="1" dirty="0">
                    <a:solidFill>
                      <a:srgbClr val="6A607E"/>
                    </a:solidFill>
                  </a:rPr>
                  <a:t>)</a:t>
                </a:r>
              </a:p>
            </p:txBody>
          </p:sp>
        </mc:Choice>
        <mc:Fallback>
          <p:sp>
            <p:nvSpPr>
              <p:cNvPr id="455" name="TextBox 454">
                <a:extLst>
                  <a:ext uri="{FF2B5EF4-FFF2-40B4-BE49-F238E27FC236}">
                    <a16:creationId xmlns:a16="http://schemas.microsoft.com/office/drawing/2014/main" id="{EEDA4166-B45E-B4D5-81AB-17F201DD2571}"/>
                  </a:ext>
                </a:extLst>
              </p:cNvPr>
              <p:cNvSpPr txBox="1">
                <a:spLocks noRot="1" noChangeAspect="1" noMove="1" noResize="1" noEditPoints="1" noAdjustHandles="1" noChangeArrowheads="1" noChangeShapeType="1" noTextEdit="1"/>
              </p:cNvSpPr>
              <p:nvPr/>
            </p:nvSpPr>
            <p:spPr>
              <a:xfrm>
                <a:off x="18193698" y="18149517"/>
                <a:ext cx="1973937" cy="1077219"/>
              </a:xfrm>
              <a:prstGeom prst="rect">
                <a:avLst/>
              </a:prstGeom>
              <a:blipFill>
                <a:blip r:embed="rId18"/>
                <a:stretch>
                  <a:fillRect l="-3205" t="-6977" r="-3846" b="-16279"/>
                </a:stretch>
              </a:blipFill>
            </p:spPr>
            <p:txBody>
              <a:bodyPr/>
              <a:lstStyle/>
              <a:p>
                <a:r>
                  <a:rPr lang="en-US">
                    <a:noFill/>
                  </a:rPr>
                  <a:t> </a:t>
                </a:r>
              </a:p>
            </p:txBody>
          </p:sp>
        </mc:Fallback>
      </mc:AlternateContent>
      <p:cxnSp>
        <p:nvCxnSpPr>
          <p:cNvPr id="456" name="Straight Arrow Connector 455">
            <a:extLst>
              <a:ext uri="{FF2B5EF4-FFF2-40B4-BE49-F238E27FC236}">
                <a16:creationId xmlns:a16="http://schemas.microsoft.com/office/drawing/2014/main" id="{2D0BF106-C04C-D056-F7C1-C520E85F2EFB}"/>
              </a:ext>
            </a:extLst>
          </p:cNvPr>
          <p:cNvCxnSpPr>
            <a:cxnSpLocks/>
          </p:cNvCxnSpPr>
          <p:nvPr/>
        </p:nvCxnSpPr>
        <p:spPr>
          <a:xfrm>
            <a:off x="20728403" y="17093752"/>
            <a:ext cx="13596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7" name="Rounded Rectangle 456">
            <a:extLst>
              <a:ext uri="{FF2B5EF4-FFF2-40B4-BE49-F238E27FC236}">
                <a16:creationId xmlns:a16="http://schemas.microsoft.com/office/drawing/2014/main" id="{4310DB4D-1862-EDC7-D6FB-D235B36B0D31}"/>
              </a:ext>
            </a:extLst>
          </p:cNvPr>
          <p:cNvSpPr/>
          <p:nvPr/>
        </p:nvSpPr>
        <p:spPr>
          <a:xfrm>
            <a:off x="20059859" y="16548975"/>
            <a:ext cx="2142489" cy="551212"/>
          </a:xfrm>
          <a:prstGeom prst="roundRect">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Response</a:t>
            </a:r>
          </a:p>
        </p:txBody>
      </p:sp>
      <p:sp>
        <p:nvSpPr>
          <p:cNvPr id="458" name="Rounded Rectangle 457">
            <a:extLst>
              <a:ext uri="{FF2B5EF4-FFF2-40B4-BE49-F238E27FC236}">
                <a16:creationId xmlns:a16="http://schemas.microsoft.com/office/drawing/2014/main" id="{A86650FF-122E-D7D2-2FEF-379C6F5EE6B1}"/>
              </a:ext>
            </a:extLst>
          </p:cNvPr>
          <p:cNvSpPr/>
          <p:nvPr/>
        </p:nvSpPr>
        <p:spPr>
          <a:xfrm>
            <a:off x="20043825" y="17083311"/>
            <a:ext cx="2161262" cy="457408"/>
          </a:xfrm>
          <a:prstGeom prst="roundRect">
            <a:avLst/>
          </a:prstGeom>
          <a:solidFill>
            <a:schemeClr val="accent6">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3200" dirty="0">
                <a:solidFill>
                  <a:schemeClr val="tx1"/>
                </a:solidFill>
              </a:rPr>
              <a:t>Analysis</a:t>
            </a:r>
            <a:endParaRPr lang="en-US" sz="3200" i="1" dirty="0">
              <a:solidFill>
                <a:srgbClr val="374151"/>
              </a:solidFill>
            </a:endParaRPr>
          </a:p>
        </p:txBody>
      </p:sp>
      <p:sp>
        <p:nvSpPr>
          <p:cNvPr id="459" name="Rounded Rectangle 458">
            <a:extLst>
              <a:ext uri="{FF2B5EF4-FFF2-40B4-BE49-F238E27FC236}">
                <a16:creationId xmlns:a16="http://schemas.microsoft.com/office/drawing/2014/main" id="{3637505B-9940-62C7-9DA0-FD765353DAC4}"/>
              </a:ext>
            </a:extLst>
          </p:cNvPr>
          <p:cNvSpPr/>
          <p:nvPr/>
        </p:nvSpPr>
        <p:spPr>
          <a:xfrm>
            <a:off x="20043825" y="17550790"/>
            <a:ext cx="2161262" cy="457408"/>
          </a:xfrm>
          <a:prstGeom prst="roundRect">
            <a:avLst/>
          </a:prstGeom>
          <a:solidFill>
            <a:schemeClr val="accent6">
              <a:lumMod val="40000"/>
              <a:lumOff val="6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sz="3200" dirty="0">
                <a:solidFill>
                  <a:schemeClr val="tx1"/>
                </a:solidFill>
              </a:rPr>
              <a:t>Guideline</a:t>
            </a:r>
            <a:endParaRPr lang="en-US" sz="3200" i="1" dirty="0">
              <a:solidFill>
                <a:srgbClr val="374151"/>
              </a:solidFill>
            </a:endParaRPr>
          </a:p>
        </p:txBody>
      </p:sp>
      <p:cxnSp>
        <p:nvCxnSpPr>
          <p:cNvPr id="465" name="Straight Connector 464">
            <a:extLst>
              <a:ext uri="{FF2B5EF4-FFF2-40B4-BE49-F238E27FC236}">
                <a16:creationId xmlns:a16="http://schemas.microsoft.com/office/drawing/2014/main" id="{33E545F9-5CDB-8DA8-1D87-2087E4D13FA9}"/>
              </a:ext>
            </a:extLst>
          </p:cNvPr>
          <p:cNvCxnSpPr>
            <a:cxnSpLocks/>
          </p:cNvCxnSpPr>
          <p:nvPr/>
        </p:nvCxnSpPr>
        <p:spPr>
          <a:xfrm>
            <a:off x="11138475" y="14922139"/>
            <a:ext cx="13581368" cy="0"/>
          </a:xfrm>
          <a:prstGeom prst="line">
            <a:avLst/>
          </a:prstGeom>
          <a:ln w="63500" cap="flat">
            <a:gradFill flip="none" rotWithShape="1">
              <a:gsLst>
                <a:gs pos="0">
                  <a:schemeClr val="accent1">
                    <a:lumMod val="5000"/>
                    <a:lumOff val="95000"/>
                  </a:schemeClr>
                </a:gs>
                <a:gs pos="50000">
                  <a:schemeClr val="tx1">
                    <a:lumMod val="50000"/>
                    <a:lumOff val="50000"/>
                  </a:schemeClr>
                </a:gs>
                <a:gs pos="100000">
                  <a:schemeClr val="bg1">
                    <a:lumMod val="5000"/>
                    <a:lumOff val="95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9" name="Picture 6">
            <a:extLst>
              <a:ext uri="{FF2B5EF4-FFF2-40B4-BE49-F238E27FC236}">
                <a16:creationId xmlns:a16="http://schemas.microsoft.com/office/drawing/2014/main" id="{4CC817FF-352B-BB97-9502-ED43DF4D7F9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1741" y="225275"/>
            <a:ext cx="3309321" cy="1163001"/>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5DBF4C7F-B840-AD45-A6C3-A45F671C23F0}"/>
              </a:ext>
            </a:extLst>
          </p:cNvPr>
          <p:cNvSpPr txBox="1"/>
          <p:nvPr/>
        </p:nvSpPr>
        <p:spPr>
          <a:xfrm>
            <a:off x="2789376" y="1915526"/>
            <a:ext cx="3569947" cy="644792"/>
          </a:xfrm>
          <a:prstGeom prst="rect">
            <a:avLst/>
          </a:prstGeom>
          <a:noFill/>
        </p:spPr>
        <p:txBody>
          <a:bodyPr wrap="square" lIns="119362" rIns="119362" rtlCol="0">
            <a:spAutoFit/>
          </a:bodyPr>
          <a:lstStyle>
            <a:defPPr>
              <a:defRPr lang="en-US"/>
            </a:defPPr>
            <a:lvl1pPr>
              <a:lnSpc>
                <a:spcPct val="120000"/>
              </a:lnSpc>
              <a:defRPr sz="4000">
                <a:latin typeface="Avenir Next" charset="0"/>
                <a:ea typeface="Avenir Next" charset="0"/>
                <a:cs typeface="Avenir Next" charset="0"/>
              </a:defRPr>
            </a:lvl1pPr>
          </a:lstStyle>
          <a:p>
            <a:pPr algn="ctr">
              <a:lnSpc>
                <a:spcPct val="100000"/>
              </a:lnSpc>
            </a:pPr>
            <a:r>
              <a:rPr lang="en-US" altLang="zh-CN" sz="3590" dirty="0">
                <a:latin typeface="Candara" panose="020E0502030303020204" pitchFamily="34" charset="0"/>
              </a:rPr>
              <a:t>Scan</a:t>
            </a:r>
            <a:r>
              <a:rPr lang="zh-CN" altLang="en-US" sz="3590" dirty="0">
                <a:latin typeface="Candara" panose="020E0502030303020204" pitchFamily="34" charset="0"/>
              </a:rPr>
              <a:t> </a:t>
            </a:r>
            <a:r>
              <a:rPr lang="en-US" altLang="zh-CN" sz="3590" dirty="0">
                <a:latin typeface="Candara" panose="020E0502030303020204" pitchFamily="34" charset="0"/>
              </a:rPr>
              <a:t>Here!</a:t>
            </a:r>
          </a:p>
        </p:txBody>
      </p:sp>
      <p:graphicFrame>
        <p:nvGraphicFramePr>
          <p:cNvPr id="21" name="Chart 20">
            <a:extLst>
              <a:ext uri="{FF2B5EF4-FFF2-40B4-BE49-F238E27FC236}">
                <a16:creationId xmlns:a16="http://schemas.microsoft.com/office/drawing/2014/main" id="{B7AB781D-59DA-1ADA-9E42-5A49C3A028B7}"/>
              </a:ext>
            </a:extLst>
          </p:cNvPr>
          <p:cNvGraphicFramePr>
            <a:graphicFrameLocks/>
          </p:cNvGraphicFramePr>
          <p:nvPr>
            <p:extLst>
              <p:ext uri="{D42A27DB-BD31-4B8C-83A1-F6EECF244321}">
                <p14:modId xmlns:p14="http://schemas.microsoft.com/office/powerpoint/2010/main" val="1956482450"/>
              </p:ext>
            </p:extLst>
          </p:nvPr>
        </p:nvGraphicFramePr>
        <p:xfrm>
          <a:off x="939089" y="5549085"/>
          <a:ext cx="8238361" cy="5242369"/>
        </p:xfrm>
        <a:graphic>
          <a:graphicData uri="http://schemas.openxmlformats.org/drawingml/2006/chart">
            <c:chart xmlns:c="http://schemas.openxmlformats.org/drawingml/2006/chart" xmlns:r="http://schemas.openxmlformats.org/officeDocument/2006/relationships" r:id="rId20"/>
          </a:graphicData>
        </a:graphic>
      </p:graphicFrame>
      <mc:AlternateContent xmlns:mc="http://schemas.openxmlformats.org/markup-compatibility/2006">
        <mc:Choice xmlns:a14="http://schemas.microsoft.com/office/drawing/2010/main" Requires="a14">
          <p:sp>
            <p:nvSpPr>
              <p:cNvPr id="466" name="TextBox 465">
                <a:extLst>
                  <a:ext uri="{FF2B5EF4-FFF2-40B4-BE49-F238E27FC236}">
                    <a16:creationId xmlns:a16="http://schemas.microsoft.com/office/drawing/2014/main" id="{CA29D19E-B8FC-C9FD-5E93-75CAAE24191E}"/>
                  </a:ext>
                </a:extLst>
              </p:cNvPr>
              <p:cNvSpPr txBox="1"/>
              <p:nvPr/>
            </p:nvSpPr>
            <p:spPr>
              <a:xfrm>
                <a:off x="11039171" y="23602292"/>
                <a:ext cx="12676320" cy="4401205"/>
              </a:xfrm>
              <a:prstGeom prst="rect">
                <a:avLst/>
              </a:prstGeom>
              <a:noFill/>
            </p:spPr>
            <p:txBody>
              <a:bodyPr wrap="square" rtlCol="0">
                <a:spAutoFit/>
              </a:bodyPr>
              <a:lstStyle/>
              <a:p>
                <a:r>
                  <a:rPr lang="en-US" sz="4000" dirty="0">
                    <a:latin typeface="Candara" panose="020E0502030303020204" pitchFamily="34" charset="0"/>
                  </a:rPr>
                  <a:t>Provide specific suggestions for each LLM</a:t>
                </a:r>
              </a:p>
              <a:p>
                <a:pPr lvl="1"/>
                <a:r>
                  <a:rPr lang="en-US" sz="4000" i="1" dirty="0">
                    <a:latin typeface="Candara" panose="020E0502030303020204" pitchFamily="34" charset="0"/>
                  </a:rPr>
                  <a:t> </a:t>
                </a:r>
                <a:r>
                  <a:rPr lang="en-US" sz="4000" i="1" dirty="0">
                    <a:solidFill>
                      <a:schemeClr val="accent1"/>
                    </a:solidFill>
                    <a:latin typeface="Candara" panose="020E0502030303020204" pitchFamily="34" charset="0"/>
                  </a:rPr>
                  <a:t>Each LLM has his own opinion!</a:t>
                </a:r>
              </a:p>
              <a:p>
                <a:r>
                  <a:rPr lang="en-US" sz="4000" dirty="0">
                    <a:latin typeface="Candara" panose="020E0502030303020204" pitchFamily="34" charset="0"/>
                  </a:rPr>
                  <a:t> use performance of LLM to guide study assistant</a:t>
                </a:r>
              </a:p>
              <a:p>
                <a:pPr lvl="1"/>
                <a:r>
                  <a:rPr lang="en-US" sz="4000" dirty="0">
                    <a:latin typeface="Candara" panose="020E0502030303020204" pitchFamily="34" charset="0"/>
                  </a:rPr>
                  <a:t> </a:t>
                </a:r>
                <a:r>
                  <a:rPr lang="en-US" sz="4000" dirty="0">
                    <a:solidFill>
                      <a:schemeClr val="accent1"/>
                    </a:solidFill>
                    <a:latin typeface="Candara" panose="020E0502030303020204" pitchFamily="34" charset="0"/>
                  </a:rPr>
                  <a:t>Policy </a:t>
                </a:r>
                <a14:m>
                  <m:oMath xmlns:m="http://schemas.openxmlformats.org/officeDocument/2006/math">
                    <m:r>
                      <a:rPr lang="en-US" sz="4000" i="1" smtClean="0">
                        <a:solidFill>
                          <a:schemeClr val="accent1"/>
                        </a:solidFill>
                        <a:latin typeface="Cambria Math" panose="02040503050406030204" pitchFamily="18" charset="0"/>
                        <a:ea typeface="Cambria Math" panose="02040503050406030204" pitchFamily="18" charset="0"/>
                      </a:rPr>
                      <m:t>𝜋</m:t>
                    </m:r>
                    <m:r>
                      <a:rPr lang="en-US" sz="4000" b="0" i="1" smtClean="0">
                        <a:solidFill>
                          <a:schemeClr val="accent1"/>
                        </a:solidFill>
                        <a:latin typeface="Cambria Math" panose="02040503050406030204" pitchFamily="18" charset="0"/>
                        <a:ea typeface="Cambria Math" panose="02040503050406030204" pitchFamily="18" charset="0"/>
                      </a:rPr>
                      <m:t>(</m:t>
                    </m:r>
                    <m:r>
                      <a:rPr lang="en-US" sz="4000" b="0" i="1" smtClean="0">
                        <a:solidFill>
                          <a:schemeClr val="accent1"/>
                        </a:solidFill>
                        <a:latin typeface="Cambria Math" panose="02040503050406030204" pitchFamily="18" charset="0"/>
                        <a:ea typeface="Cambria Math" panose="02040503050406030204" pitchFamily="18" charset="0"/>
                      </a:rPr>
                      <m:t>𝑎</m:t>
                    </m:r>
                    <m:r>
                      <a:rPr lang="en-US" sz="4000" b="0" i="1" smtClean="0">
                        <a:solidFill>
                          <a:schemeClr val="accent1"/>
                        </a:solidFill>
                        <a:latin typeface="Cambria Math" panose="02040503050406030204" pitchFamily="18" charset="0"/>
                        <a:ea typeface="Cambria Math" panose="02040503050406030204" pitchFamily="18" charset="0"/>
                      </a:rPr>
                      <m:t>|</m:t>
                    </m:r>
                    <m:r>
                      <a:rPr lang="en-US" sz="4000" b="0" i="1" smtClean="0">
                        <a:solidFill>
                          <a:schemeClr val="accent1"/>
                        </a:solidFill>
                        <a:latin typeface="Cambria Math" panose="02040503050406030204" pitchFamily="18" charset="0"/>
                        <a:ea typeface="Cambria Math" panose="02040503050406030204" pitchFamily="18" charset="0"/>
                      </a:rPr>
                      <m:t>𝑠</m:t>
                    </m:r>
                    <m:r>
                      <a:rPr lang="en-US" sz="4000" b="0" i="1" smtClean="0">
                        <a:solidFill>
                          <a:schemeClr val="accent1"/>
                        </a:solidFill>
                        <a:latin typeface="Cambria Math" panose="02040503050406030204" pitchFamily="18" charset="0"/>
                        <a:ea typeface="Cambria Math" panose="02040503050406030204" pitchFamily="18" charset="0"/>
                      </a:rPr>
                      <m:t>)</m:t>
                    </m:r>
                  </m:oMath>
                </a14:m>
                <a:r>
                  <a:rPr lang="en-US" sz="4000" dirty="0">
                    <a:latin typeface="Candara" panose="020E0502030303020204" pitchFamily="34" charset="0"/>
                  </a:rPr>
                  <a:t>: provide feedback based on current state</a:t>
                </a:r>
              </a:p>
              <a:p>
                <a:pPr lvl="1"/>
                <a:r>
                  <a:rPr lang="en-US" sz="4000" dirty="0">
                    <a:solidFill>
                      <a:schemeClr val="accent1"/>
                    </a:solidFill>
                    <a:latin typeface="Candara" panose="020E0502030303020204" pitchFamily="34" charset="0"/>
                  </a:rPr>
                  <a:t> State S</a:t>
                </a:r>
                <a:r>
                  <a:rPr lang="en-US" sz="4000" dirty="0">
                    <a:latin typeface="Candara" panose="020E0502030303020204" pitchFamily="34" charset="0"/>
                  </a:rPr>
                  <a:t>: (query, response, context)</a:t>
                </a:r>
              </a:p>
              <a:p>
                <a:pPr lvl="1"/>
                <a:r>
                  <a:rPr lang="en-US" sz="4000" dirty="0">
                    <a:latin typeface="Candara" panose="020E0502030303020204" pitchFamily="34" charset="0"/>
                  </a:rPr>
                  <a:t> </a:t>
                </a:r>
                <a:r>
                  <a:rPr lang="en-US" sz="4000" dirty="0">
                    <a:solidFill>
                      <a:schemeClr val="accent1"/>
                    </a:solidFill>
                    <a:latin typeface="Candara" panose="020E0502030303020204" pitchFamily="34" charset="0"/>
                  </a:rPr>
                  <a:t>Action A</a:t>
                </a:r>
                <a:r>
                  <a:rPr lang="en-US" sz="4000" dirty="0">
                    <a:latin typeface="Candara" panose="020E0502030303020204" pitchFamily="34" charset="0"/>
                  </a:rPr>
                  <a:t>: feedback generated by study assistant</a:t>
                </a:r>
              </a:p>
              <a:p>
                <a:pPr lvl="1"/>
                <a:r>
                  <a:rPr lang="en-US" sz="4000" dirty="0">
                    <a:latin typeface="Candara" panose="020E0502030303020204" pitchFamily="34" charset="0"/>
                  </a:rPr>
                  <a:t> </a:t>
                </a:r>
                <a:r>
                  <a:rPr lang="en-US" sz="4000" dirty="0">
                    <a:solidFill>
                      <a:schemeClr val="accent1"/>
                    </a:solidFill>
                    <a:latin typeface="Candara" panose="020E0502030303020204" pitchFamily="34" charset="0"/>
                  </a:rPr>
                  <a:t>Reward R</a:t>
                </a:r>
                <a:r>
                  <a:rPr lang="en-US" sz="4000" dirty="0">
                    <a:latin typeface="Candara" panose="020E0502030303020204" pitchFamily="34" charset="0"/>
                  </a:rPr>
                  <a:t>: the quality of LLM’s response</a:t>
                </a:r>
              </a:p>
            </p:txBody>
          </p:sp>
        </mc:Choice>
        <mc:Fallback>
          <p:sp>
            <p:nvSpPr>
              <p:cNvPr id="466" name="TextBox 465">
                <a:extLst>
                  <a:ext uri="{FF2B5EF4-FFF2-40B4-BE49-F238E27FC236}">
                    <a16:creationId xmlns:a16="http://schemas.microsoft.com/office/drawing/2014/main" id="{CA29D19E-B8FC-C9FD-5E93-75CAAE24191E}"/>
                  </a:ext>
                </a:extLst>
              </p:cNvPr>
              <p:cNvSpPr txBox="1">
                <a:spLocks noRot="1" noChangeAspect="1" noMove="1" noResize="1" noEditPoints="1" noAdjustHandles="1" noChangeArrowheads="1" noChangeShapeType="1" noTextEdit="1"/>
              </p:cNvSpPr>
              <p:nvPr/>
            </p:nvSpPr>
            <p:spPr>
              <a:xfrm>
                <a:off x="11039171" y="23602292"/>
                <a:ext cx="12676320" cy="4401205"/>
              </a:xfrm>
              <a:prstGeom prst="rect">
                <a:avLst/>
              </a:prstGeom>
              <a:blipFill>
                <a:blip r:embed="rId21"/>
                <a:stretch>
                  <a:fillRect l="-1702" t="-2586" r="-100" b="-4885"/>
                </a:stretch>
              </a:blipFill>
            </p:spPr>
            <p:txBody>
              <a:bodyPr/>
              <a:lstStyle/>
              <a:p>
                <a:r>
                  <a:rPr lang="en-US">
                    <a:noFill/>
                  </a:rPr>
                  <a:t> </a:t>
                </a:r>
              </a:p>
            </p:txBody>
          </p:sp>
        </mc:Fallback>
      </mc:AlternateContent>
    </p:spTree>
    <p:extLst>
      <p:ext uri="{BB962C8B-B14F-4D97-AF65-F5344CB8AC3E}">
        <p14:creationId xmlns:p14="http://schemas.microsoft.com/office/powerpoint/2010/main" val="100681887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867</TotalTime>
  <Words>593</Words>
  <Application>Microsoft Macintosh PowerPoint</Application>
  <PresentationFormat>Custom</PresentationFormat>
  <Paragraphs>98</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Söhne</vt:lpstr>
      <vt:lpstr>Arial</vt:lpstr>
      <vt:lpstr>Calibri</vt:lpstr>
      <vt:lpstr>Calibri Light</vt:lpstr>
      <vt:lpstr>Cambria Math</vt:lpstr>
      <vt:lpstr>Candara</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Brxx Micro</dc:creator>
  <cp:lastModifiedBy>Brxx Micro</cp:lastModifiedBy>
  <cp:revision>2</cp:revision>
  <cp:lastPrinted>2023-11-30T05:33:53Z</cp:lastPrinted>
  <dcterms:created xsi:type="dcterms:W3CDTF">2023-11-12T02:22:58Z</dcterms:created>
  <dcterms:modified xsi:type="dcterms:W3CDTF">2023-11-30T21:59:44Z</dcterms:modified>
</cp:coreProperties>
</file>
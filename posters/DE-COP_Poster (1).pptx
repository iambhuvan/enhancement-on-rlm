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147308644" r:id="rId2"/>
  </p:sldIdLst>
  <p:sldSz cx="43891200" cy="329184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0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0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0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0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0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0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0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0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0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436" userDrawn="1">
          <p15:clr>
            <a:srgbClr val="747775"/>
          </p15:clr>
        </p15:guide>
        <p15:guide id="2" orient="horz" pos="1036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i Li" initials="LL" lastIdx="3" clrIdx="0">
    <p:extLst>
      <p:ext uri="{19B8F6BF-5375-455C-9EA6-DF929625EA0E}">
        <p15:presenceInfo xmlns:p15="http://schemas.microsoft.com/office/powerpoint/2012/main" userId="d4742974f8d6d4b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6363"/>
    <a:srgbClr val="404040"/>
    <a:srgbClr val="8B0000"/>
    <a:srgbClr val="694FA8"/>
    <a:srgbClr val="CD0000"/>
    <a:srgbClr val="0C6D34"/>
    <a:srgbClr val="C00000"/>
    <a:srgbClr val="FFD6CC"/>
    <a:srgbClr val="DAF2D1"/>
    <a:srgbClr val="0A81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643"/>
    <p:restoredTop sz="96154"/>
  </p:normalViewPr>
  <p:slideViewPr>
    <p:cSldViewPr snapToGrid="0">
      <p:cViewPr varScale="1">
        <p:scale>
          <a:sx n="24" d="100"/>
          <a:sy n="24" d="100"/>
        </p:scale>
        <p:origin x="2400" y="248"/>
      </p:cViewPr>
      <p:guideLst>
        <p:guide pos="436"/>
        <p:guide orient="horz" pos="10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903983115532441"/>
          <c:y val="7.4488634275635762E-2"/>
          <c:w val="0.78291626742571863"/>
          <c:h val="0.814737799244259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bg2">
                  <a:lumMod val="25000"/>
                </a:schemeClr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LLaMA-2 70B</c:v>
                </c:pt>
                <c:pt idx="1">
                  <c:v>Chat-GPT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0.34</c:v>
                </c:pt>
                <c:pt idx="1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7E-DD45-913A-81BC56644F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+ Tuning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 w="19050">
              <a:solidFill>
                <a:schemeClr val="bg2">
                  <a:lumMod val="25000"/>
                </a:schemeClr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LLaMA-2 70B</c:v>
                </c:pt>
                <c:pt idx="1">
                  <c:v>Chat-GPT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0.35</c:v>
                </c:pt>
                <c:pt idx="1">
                  <c:v>0.41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7E-DD45-913A-81BC56644F8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Suspect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bg2">
                  <a:lumMod val="25000"/>
                </a:schemeClr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LLaMA-2 70B</c:v>
                </c:pt>
                <c:pt idx="1">
                  <c:v>Chat-GPT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0.56000000000000005</c:v>
                </c:pt>
                <c:pt idx="1">
                  <c:v>0.72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37E-DD45-913A-81BC56644F8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Suspect + Tuning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bg2">
                  <a:lumMod val="25000"/>
                </a:schemeClr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LLaMA-2 70B</c:v>
                </c:pt>
                <c:pt idx="1">
                  <c:v>Chat-GPT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0.59</c:v>
                </c:pt>
                <c:pt idx="1">
                  <c:v>0.77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37E-DD45-913A-81BC56644F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-10"/>
        <c:axId val="818562063"/>
        <c:axId val="830331663"/>
      </c:barChart>
      <c:catAx>
        <c:axId val="8185620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rgbClr val="636363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30331663"/>
        <c:crosses val="autoZero"/>
        <c:auto val="1"/>
        <c:lblAlgn val="ctr"/>
        <c:lblOffset val="100"/>
        <c:noMultiLvlLbl val="0"/>
      </c:catAx>
      <c:valAx>
        <c:axId val="830331663"/>
        <c:scaling>
          <c:orientation val="minMax"/>
          <c:max val="0.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/>
                  <a:t>Accuracy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>
            <a:solidFill>
              <a:srgbClr val="636363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85620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r"/>
      <c:layout>
        <c:manualLayout>
          <c:xMode val="edge"/>
          <c:yMode val="edge"/>
          <c:x val="0.22280861071644287"/>
          <c:y val="8.7392487137414238E-2"/>
          <c:w val="0.20554769906846188"/>
          <c:h val="0.21340454782948309"/>
        </c:manualLayout>
      </c:layout>
      <c:overlay val="1"/>
      <c:spPr>
        <a:solidFill>
          <a:srgbClr val="FFFFFF">
            <a:alpha val="80000"/>
          </a:srgbClr>
        </a:solidFill>
        <a:ln>
          <a:solidFill>
            <a:schemeClr val="bg1">
              <a:lumMod val="75000"/>
            </a:schemeClr>
          </a:solidFill>
        </a:ln>
        <a:effectLst/>
      </c:spPr>
      <c:txPr>
        <a:bodyPr rot="0" spcFirstLastPara="1" vertOverflow="ellipsis" vert="horz" wrap="square" anchor="ctr" anchorCtr="1"/>
        <a:lstStyle/>
        <a:p>
          <a:pPr algn="just"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0074499105020888E-2"/>
          <c:y val="4.3874418644154554E-2"/>
          <c:w val="0.90657772865440889"/>
          <c:h val="0.836862958981602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595959"/>
            </a:solidFill>
            <a:ln w="19050">
              <a:solidFill>
                <a:schemeClr val="bg2">
                  <a:lumMod val="25000"/>
                </a:schemeClr>
              </a:solidFill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H1</c:v>
                </c:pt>
                <c:pt idx="1">
                  <c:v>H2</c:v>
                </c:pt>
                <c:pt idx="2">
                  <c:v>H3</c:v>
                </c:pt>
                <c:pt idx="3">
                  <c:v>H4</c:v>
                </c:pt>
                <c:pt idx="4">
                  <c:v>H5</c:v>
                </c:pt>
                <c:pt idx="5">
                  <c:v>H6</c:v>
                </c:pt>
                <c:pt idx="6">
                  <c:v>H7</c:v>
                </c:pt>
                <c:pt idx="7">
                  <c:v>H8</c:v>
                </c:pt>
                <c:pt idx="8">
                  <c:v>H9</c:v>
                </c:pt>
                <c:pt idx="9">
                  <c:v>H10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0.46</c:v>
                </c:pt>
                <c:pt idx="1">
                  <c:v>0.28000000000000003</c:v>
                </c:pt>
                <c:pt idx="2">
                  <c:v>0.38</c:v>
                </c:pt>
                <c:pt idx="3">
                  <c:v>0.4</c:v>
                </c:pt>
                <c:pt idx="4">
                  <c:v>0.26</c:v>
                </c:pt>
                <c:pt idx="5">
                  <c:v>0.34</c:v>
                </c:pt>
                <c:pt idx="6">
                  <c:v>0.36</c:v>
                </c:pt>
                <c:pt idx="7">
                  <c:v>0.2</c:v>
                </c:pt>
                <c:pt idx="8">
                  <c:v>0.44</c:v>
                </c:pt>
                <c:pt idx="9">
                  <c:v>0.26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39-FB4B-86AD-0BE8FA9C50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axId val="818562063"/>
        <c:axId val="830331663"/>
      </c:barChart>
      <c:catAx>
        <c:axId val="8185620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rgbClr val="636363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30331663"/>
        <c:crosses val="autoZero"/>
        <c:auto val="1"/>
        <c:lblAlgn val="ctr"/>
        <c:lblOffset val="100"/>
        <c:noMultiLvlLbl val="0"/>
      </c:catAx>
      <c:valAx>
        <c:axId val="830331663"/>
        <c:scaling>
          <c:orientation val="minMax"/>
          <c:max val="0.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/>
                  <a:t>Accuracy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>
            <a:solidFill>
              <a:srgbClr val="636363"/>
            </a:solidFill>
          </a:ln>
          <a:effectLst/>
        </c:spPr>
        <c:txPr>
          <a:bodyPr rot="-60000000" spcFirstLastPara="1" vertOverflow="ellipsis" vert="horz" wrap="square" anchor="t" anchorCtr="1"/>
          <a:lstStyle/>
          <a:p>
            <a:pPr algn="just"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85620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6371747387227445"/>
          <c:y val="2.0065305348829152E-2"/>
          <c:w val="0.68711210539153489"/>
          <c:h val="0.9147442613507700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>
                <a:lumMod val="90000"/>
                <a:lumOff val="1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Option A</c:v>
                </c:pt>
                <c:pt idx="1">
                  <c:v>Option C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0.32500000000000001</c:v>
                </c:pt>
                <c:pt idx="1">
                  <c:v>0.97050000000000003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0C-5447-BE69-0E3058BF05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1"/>
        <c:overlap val="-18"/>
        <c:axId val="587012032"/>
        <c:axId val="589917872"/>
      </c:barChart>
      <c:catAx>
        <c:axId val="5870120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9917872"/>
        <c:crosses val="autoZero"/>
        <c:auto val="1"/>
        <c:lblAlgn val="ctr"/>
        <c:lblOffset val="100"/>
        <c:noMultiLvlLbl val="0"/>
      </c:catAx>
      <c:valAx>
        <c:axId val="589917872"/>
        <c:scaling>
          <c:orientation val="minMax"/>
          <c:max val="1.05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800" dirty="0"/>
                  <a:t>Accuracy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7012032"/>
        <c:crosses val="autoZero"/>
        <c:crossBetween val="between"/>
        <c:majorUnit val="0.2"/>
      </c:valAx>
      <c:spPr>
        <a:noFill/>
        <a:ln>
          <a:solidFill>
            <a:schemeClr val="tx1">
              <a:lumMod val="75000"/>
              <a:lumOff val="25000"/>
            </a:schemeClr>
          </a:solidFill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0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0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0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0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0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0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0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0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0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68571b694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2568571b694_0_1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endParaRPr dirty="0"/>
          </a:p>
        </p:txBody>
      </p:sp>
      <p:sp>
        <p:nvSpPr>
          <p:cNvPr id="53" name="Google Shape;53;g2568571b694_0_1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99868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496203" y="4765281"/>
            <a:ext cx="40898800" cy="13137200"/>
          </a:xfrm>
          <a:prstGeom prst="rect">
            <a:avLst/>
          </a:prstGeom>
        </p:spPr>
        <p:txBody>
          <a:bodyPr spcFirstLastPara="1" wrap="square" lIns="329125" tIns="329125" rIns="329125" bIns="3291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700"/>
              <a:buNone/>
              <a:defRPr sz="17264"/>
            </a:lvl1pPr>
            <a:lvl2pPr lvl="1" algn="ctr">
              <a:spcBef>
                <a:spcPts val="0"/>
              </a:spcBef>
              <a:spcAft>
                <a:spcPts val="0"/>
              </a:spcAft>
              <a:buSzPts val="18700"/>
              <a:buNone/>
              <a:defRPr sz="17264"/>
            </a:lvl2pPr>
            <a:lvl3pPr lvl="2" algn="ctr">
              <a:spcBef>
                <a:spcPts val="0"/>
              </a:spcBef>
              <a:spcAft>
                <a:spcPts val="0"/>
              </a:spcAft>
              <a:buSzPts val="18700"/>
              <a:buNone/>
              <a:defRPr sz="17264"/>
            </a:lvl3pPr>
            <a:lvl4pPr lvl="3" algn="ctr">
              <a:spcBef>
                <a:spcPts val="0"/>
              </a:spcBef>
              <a:spcAft>
                <a:spcPts val="0"/>
              </a:spcAft>
              <a:buSzPts val="18700"/>
              <a:buNone/>
              <a:defRPr sz="17264"/>
            </a:lvl4pPr>
            <a:lvl5pPr lvl="4" algn="ctr">
              <a:spcBef>
                <a:spcPts val="0"/>
              </a:spcBef>
              <a:spcAft>
                <a:spcPts val="0"/>
              </a:spcAft>
              <a:buSzPts val="18700"/>
              <a:buNone/>
              <a:defRPr sz="17264"/>
            </a:lvl5pPr>
            <a:lvl6pPr lvl="5" algn="ctr">
              <a:spcBef>
                <a:spcPts val="0"/>
              </a:spcBef>
              <a:spcAft>
                <a:spcPts val="0"/>
              </a:spcAft>
              <a:buSzPts val="18700"/>
              <a:buNone/>
              <a:defRPr sz="17264"/>
            </a:lvl6pPr>
            <a:lvl7pPr lvl="6" algn="ctr">
              <a:spcBef>
                <a:spcPts val="0"/>
              </a:spcBef>
              <a:spcAft>
                <a:spcPts val="0"/>
              </a:spcAft>
              <a:buSzPts val="18700"/>
              <a:buNone/>
              <a:defRPr sz="17264"/>
            </a:lvl7pPr>
            <a:lvl8pPr lvl="7" algn="ctr">
              <a:spcBef>
                <a:spcPts val="0"/>
              </a:spcBef>
              <a:spcAft>
                <a:spcPts val="0"/>
              </a:spcAft>
              <a:buSzPts val="18700"/>
              <a:buNone/>
              <a:defRPr sz="17264"/>
            </a:lvl8pPr>
            <a:lvl9pPr lvl="8" algn="ctr">
              <a:spcBef>
                <a:spcPts val="0"/>
              </a:spcBef>
              <a:spcAft>
                <a:spcPts val="0"/>
              </a:spcAft>
              <a:buSzPts val="18700"/>
              <a:buNone/>
              <a:defRPr sz="17264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496162" y="18138403"/>
            <a:ext cx="40898800" cy="5073199"/>
          </a:xfrm>
          <a:prstGeom prst="rect">
            <a:avLst/>
          </a:prstGeom>
        </p:spPr>
        <p:txBody>
          <a:bodyPr spcFirstLastPara="1" wrap="square" lIns="329125" tIns="329125" rIns="329125" bIns="3291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00"/>
              <a:buNone/>
              <a:defRPr sz="932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00"/>
              <a:buNone/>
              <a:defRPr sz="932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00"/>
              <a:buNone/>
              <a:defRPr sz="932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00"/>
              <a:buNone/>
              <a:defRPr sz="932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00"/>
              <a:buNone/>
              <a:defRPr sz="932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00"/>
              <a:buNone/>
              <a:defRPr sz="932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00"/>
              <a:buNone/>
              <a:defRPr sz="932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00"/>
              <a:buNone/>
              <a:defRPr sz="932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00"/>
              <a:buNone/>
              <a:defRPr sz="9325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40667799" y="29844590"/>
            <a:ext cx="2633599" cy="2518400"/>
          </a:xfrm>
          <a:prstGeom prst="rect">
            <a:avLst/>
          </a:prstGeom>
        </p:spPr>
        <p:txBody>
          <a:bodyPr spcFirstLastPara="1" wrap="square" lIns="329125" tIns="329125" rIns="329125" bIns="3291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496162" y="13765441"/>
            <a:ext cx="40898800" cy="5387200"/>
          </a:xfrm>
          <a:prstGeom prst="rect">
            <a:avLst/>
          </a:prstGeom>
        </p:spPr>
        <p:txBody>
          <a:bodyPr spcFirstLastPara="1" wrap="square" lIns="329125" tIns="329125" rIns="329125" bIns="3291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2001"/>
            </a:lvl1pPr>
            <a:lvl2pPr lvl="1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2001"/>
            </a:lvl2pPr>
            <a:lvl3pPr lvl="2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2001"/>
            </a:lvl3pPr>
            <a:lvl4pPr lvl="3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2001"/>
            </a:lvl4pPr>
            <a:lvl5pPr lvl="4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2001"/>
            </a:lvl5pPr>
            <a:lvl6pPr lvl="5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2001"/>
            </a:lvl6pPr>
            <a:lvl7pPr lvl="6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2001"/>
            </a:lvl7pPr>
            <a:lvl8pPr lvl="7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2001"/>
            </a:lvl8pPr>
            <a:lvl9pPr lvl="8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2001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40667799" y="29844590"/>
            <a:ext cx="2633599" cy="2518400"/>
          </a:xfrm>
          <a:prstGeom prst="rect">
            <a:avLst/>
          </a:prstGeom>
        </p:spPr>
        <p:txBody>
          <a:bodyPr spcFirstLastPara="1" wrap="square" lIns="329125" tIns="329125" rIns="329125" bIns="3291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1496162" y="2848165"/>
            <a:ext cx="40898800" cy="3664800"/>
          </a:xfrm>
          <a:prstGeom prst="rect">
            <a:avLst/>
          </a:prstGeom>
        </p:spPr>
        <p:txBody>
          <a:bodyPr spcFirstLastPara="1" wrap="square" lIns="329125" tIns="329125" rIns="329125" bIns="3291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1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496162" y="7375843"/>
            <a:ext cx="40898800" cy="21864800"/>
          </a:xfrm>
          <a:prstGeom prst="rect">
            <a:avLst/>
          </a:prstGeom>
        </p:spPr>
        <p:txBody>
          <a:bodyPr spcFirstLastPara="1" wrap="square" lIns="329125" tIns="329125" rIns="329125" bIns="329125" anchor="t" anchorCtr="0">
            <a:normAutofit/>
          </a:bodyPr>
          <a:lstStyle>
            <a:lvl1pPr marL="422081" lvl="0" indent="-592084">
              <a:spcBef>
                <a:spcPts val="0"/>
              </a:spcBef>
              <a:spcAft>
                <a:spcPts val="0"/>
              </a:spcAft>
              <a:buSzPts val="6500"/>
              <a:buChar char="●"/>
              <a:defRPr/>
            </a:lvl1pPr>
            <a:lvl2pPr marL="844160" lvl="1" indent="-504151">
              <a:spcBef>
                <a:spcPts val="0"/>
              </a:spcBef>
              <a:spcAft>
                <a:spcPts val="0"/>
              </a:spcAft>
              <a:buSzPts val="5000"/>
              <a:buChar char="○"/>
              <a:defRPr/>
            </a:lvl2pPr>
            <a:lvl3pPr marL="1266237" lvl="2" indent="-504151">
              <a:spcBef>
                <a:spcPts val="0"/>
              </a:spcBef>
              <a:spcAft>
                <a:spcPts val="0"/>
              </a:spcAft>
              <a:buSzPts val="5000"/>
              <a:buChar char="■"/>
              <a:defRPr/>
            </a:lvl3pPr>
            <a:lvl4pPr marL="1688319" lvl="3" indent="-504151">
              <a:spcBef>
                <a:spcPts val="0"/>
              </a:spcBef>
              <a:spcAft>
                <a:spcPts val="0"/>
              </a:spcAft>
              <a:buSzPts val="5000"/>
              <a:buChar char="●"/>
              <a:defRPr/>
            </a:lvl4pPr>
            <a:lvl5pPr marL="2110399" lvl="4" indent="-504151">
              <a:spcBef>
                <a:spcPts val="0"/>
              </a:spcBef>
              <a:spcAft>
                <a:spcPts val="0"/>
              </a:spcAft>
              <a:buSzPts val="5000"/>
              <a:buChar char="○"/>
              <a:defRPr/>
            </a:lvl5pPr>
            <a:lvl6pPr marL="2532479" lvl="5" indent="-504151">
              <a:spcBef>
                <a:spcPts val="0"/>
              </a:spcBef>
              <a:spcAft>
                <a:spcPts val="0"/>
              </a:spcAft>
              <a:buSzPts val="5000"/>
              <a:buChar char="■"/>
              <a:defRPr/>
            </a:lvl6pPr>
            <a:lvl7pPr marL="2954558" lvl="6" indent="-504151">
              <a:spcBef>
                <a:spcPts val="0"/>
              </a:spcBef>
              <a:spcAft>
                <a:spcPts val="0"/>
              </a:spcAft>
              <a:buSzPts val="5000"/>
              <a:buChar char="●"/>
              <a:defRPr/>
            </a:lvl7pPr>
            <a:lvl8pPr marL="3376638" lvl="7" indent="-504151">
              <a:spcBef>
                <a:spcPts val="0"/>
              </a:spcBef>
              <a:spcAft>
                <a:spcPts val="0"/>
              </a:spcAft>
              <a:buSzPts val="5000"/>
              <a:buChar char="○"/>
              <a:defRPr/>
            </a:lvl8pPr>
            <a:lvl9pPr marL="3798717" lvl="8" indent="-504151">
              <a:spcBef>
                <a:spcPts val="0"/>
              </a:spcBef>
              <a:spcAft>
                <a:spcPts val="0"/>
              </a:spcAft>
              <a:buSzPts val="50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40667799" y="29844590"/>
            <a:ext cx="2633599" cy="2518400"/>
          </a:xfrm>
          <a:prstGeom prst="rect">
            <a:avLst/>
          </a:prstGeom>
        </p:spPr>
        <p:txBody>
          <a:bodyPr spcFirstLastPara="1" wrap="square" lIns="329125" tIns="329125" rIns="329125" bIns="3291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1496162" y="2848165"/>
            <a:ext cx="40898800" cy="3664800"/>
          </a:xfrm>
          <a:prstGeom prst="rect">
            <a:avLst/>
          </a:prstGeom>
        </p:spPr>
        <p:txBody>
          <a:bodyPr spcFirstLastPara="1" wrap="square" lIns="329125" tIns="329125" rIns="329125" bIns="3291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1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1496164" y="7375843"/>
            <a:ext cx="19199600" cy="21864800"/>
          </a:xfrm>
          <a:prstGeom prst="rect">
            <a:avLst/>
          </a:prstGeom>
        </p:spPr>
        <p:txBody>
          <a:bodyPr spcFirstLastPara="1" wrap="square" lIns="329125" tIns="329125" rIns="329125" bIns="329125" anchor="t" anchorCtr="0">
            <a:normAutofit/>
          </a:bodyPr>
          <a:lstStyle>
            <a:lvl1pPr marL="422081" lvl="0" indent="-504151">
              <a:spcBef>
                <a:spcPts val="0"/>
              </a:spcBef>
              <a:spcAft>
                <a:spcPts val="0"/>
              </a:spcAft>
              <a:buSzPts val="5000"/>
              <a:buChar char="●"/>
              <a:defRPr sz="4616"/>
            </a:lvl1pPr>
            <a:lvl2pPr marL="844160" lvl="1" indent="-463115">
              <a:spcBef>
                <a:spcPts val="0"/>
              </a:spcBef>
              <a:spcAft>
                <a:spcPts val="0"/>
              </a:spcAft>
              <a:buSzPts val="4300"/>
              <a:buChar char="○"/>
              <a:defRPr sz="3970"/>
            </a:lvl2pPr>
            <a:lvl3pPr marL="1266237" lvl="2" indent="-463115">
              <a:spcBef>
                <a:spcPts val="0"/>
              </a:spcBef>
              <a:spcAft>
                <a:spcPts val="0"/>
              </a:spcAft>
              <a:buSzPts val="4300"/>
              <a:buChar char="■"/>
              <a:defRPr sz="3970"/>
            </a:lvl3pPr>
            <a:lvl4pPr marL="1688319" lvl="3" indent="-463115">
              <a:spcBef>
                <a:spcPts val="0"/>
              </a:spcBef>
              <a:spcAft>
                <a:spcPts val="0"/>
              </a:spcAft>
              <a:buSzPts val="4300"/>
              <a:buChar char="●"/>
              <a:defRPr sz="3970"/>
            </a:lvl4pPr>
            <a:lvl5pPr marL="2110399" lvl="4" indent="-463115">
              <a:spcBef>
                <a:spcPts val="0"/>
              </a:spcBef>
              <a:spcAft>
                <a:spcPts val="0"/>
              </a:spcAft>
              <a:buSzPts val="4300"/>
              <a:buChar char="○"/>
              <a:defRPr sz="3970"/>
            </a:lvl5pPr>
            <a:lvl6pPr marL="2532479" lvl="5" indent="-463115">
              <a:spcBef>
                <a:spcPts val="0"/>
              </a:spcBef>
              <a:spcAft>
                <a:spcPts val="0"/>
              </a:spcAft>
              <a:buSzPts val="4300"/>
              <a:buChar char="■"/>
              <a:defRPr sz="3970"/>
            </a:lvl6pPr>
            <a:lvl7pPr marL="2954558" lvl="6" indent="-463115">
              <a:spcBef>
                <a:spcPts val="0"/>
              </a:spcBef>
              <a:spcAft>
                <a:spcPts val="0"/>
              </a:spcAft>
              <a:buSzPts val="4300"/>
              <a:buChar char="●"/>
              <a:defRPr sz="3970"/>
            </a:lvl7pPr>
            <a:lvl8pPr marL="3376638" lvl="7" indent="-463115">
              <a:spcBef>
                <a:spcPts val="0"/>
              </a:spcBef>
              <a:spcAft>
                <a:spcPts val="0"/>
              </a:spcAft>
              <a:buSzPts val="4300"/>
              <a:buChar char="○"/>
              <a:defRPr sz="3970"/>
            </a:lvl8pPr>
            <a:lvl9pPr marL="3798717" lvl="8" indent="-463115">
              <a:spcBef>
                <a:spcPts val="0"/>
              </a:spcBef>
              <a:spcAft>
                <a:spcPts val="0"/>
              </a:spcAft>
              <a:buSzPts val="4300"/>
              <a:buChar char="■"/>
              <a:defRPr sz="397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23195525" y="7375843"/>
            <a:ext cx="19199600" cy="21864800"/>
          </a:xfrm>
          <a:prstGeom prst="rect">
            <a:avLst/>
          </a:prstGeom>
        </p:spPr>
        <p:txBody>
          <a:bodyPr spcFirstLastPara="1" wrap="square" lIns="329125" tIns="329125" rIns="329125" bIns="329125" anchor="t" anchorCtr="0">
            <a:normAutofit/>
          </a:bodyPr>
          <a:lstStyle>
            <a:lvl1pPr marL="422081" lvl="0" indent="-504151">
              <a:spcBef>
                <a:spcPts val="0"/>
              </a:spcBef>
              <a:spcAft>
                <a:spcPts val="0"/>
              </a:spcAft>
              <a:buSzPts val="5000"/>
              <a:buChar char="●"/>
              <a:defRPr sz="4616"/>
            </a:lvl1pPr>
            <a:lvl2pPr marL="844160" lvl="1" indent="-463115">
              <a:spcBef>
                <a:spcPts val="0"/>
              </a:spcBef>
              <a:spcAft>
                <a:spcPts val="0"/>
              </a:spcAft>
              <a:buSzPts val="4300"/>
              <a:buChar char="○"/>
              <a:defRPr sz="3970"/>
            </a:lvl2pPr>
            <a:lvl3pPr marL="1266237" lvl="2" indent="-463115">
              <a:spcBef>
                <a:spcPts val="0"/>
              </a:spcBef>
              <a:spcAft>
                <a:spcPts val="0"/>
              </a:spcAft>
              <a:buSzPts val="4300"/>
              <a:buChar char="■"/>
              <a:defRPr sz="3970"/>
            </a:lvl3pPr>
            <a:lvl4pPr marL="1688319" lvl="3" indent="-463115">
              <a:spcBef>
                <a:spcPts val="0"/>
              </a:spcBef>
              <a:spcAft>
                <a:spcPts val="0"/>
              </a:spcAft>
              <a:buSzPts val="4300"/>
              <a:buChar char="●"/>
              <a:defRPr sz="3970"/>
            </a:lvl4pPr>
            <a:lvl5pPr marL="2110399" lvl="4" indent="-463115">
              <a:spcBef>
                <a:spcPts val="0"/>
              </a:spcBef>
              <a:spcAft>
                <a:spcPts val="0"/>
              </a:spcAft>
              <a:buSzPts val="4300"/>
              <a:buChar char="○"/>
              <a:defRPr sz="3970"/>
            </a:lvl5pPr>
            <a:lvl6pPr marL="2532479" lvl="5" indent="-463115">
              <a:spcBef>
                <a:spcPts val="0"/>
              </a:spcBef>
              <a:spcAft>
                <a:spcPts val="0"/>
              </a:spcAft>
              <a:buSzPts val="4300"/>
              <a:buChar char="■"/>
              <a:defRPr sz="3970"/>
            </a:lvl6pPr>
            <a:lvl7pPr marL="2954558" lvl="6" indent="-463115">
              <a:spcBef>
                <a:spcPts val="0"/>
              </a:spcBef>
              <a:spcAft>
                <a:spcPts val="0"/>
              </a:spcAft>
              <a:buSzPts val="4300"/>
              <a:buChar char="●"/>
              <a:defRPr sz="3970"/>
            </a:lvl7pPr>
            <a:lvl8pPr marL="3376638" lvl="7" indent="-463115">
              <a:spcBef>
                <a:spcPts val="0"/>
              </a:spcBef>
              <a:spcAft>
                <a:spcPts val="0"/>
              </a:spcAft>
              <a:buSzPts val="4300"/>
              <a:buChar char="○"/>
              <a:defRPr sz="3970"/>
            </a:lvl8pPr>
            <a:lvl9pPr marL="3798717" lvl="8" indent="-463115">
              <a:spcBef>
                <a:spcPts val="0"/>
              </a:spcBef>
              <a:spcAft>
                <a:spcPts val="0"/>
              </a:spcAft>
              <a:buSzPts val="4300"/>
              <a:buChar char="■"/>
              <a:defRPr sz="397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40667799" y="29844590"/>
            <a:ext cx="2633599" cy="2518400"/>
          </a:xfrm>
          <a:prstGeom prst="rect">
            <a:avLst/>
          </a:prstGeom>
        </p:spPr>
        <p:txBody>
          <a:bodyPr spcFirstLastPara="1" wrap="square" lIns="329125" tIns="329125" rIns="329125" bIns="3291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1496162" y="2848165"/>
            <a:ext cx="40898800" cy="3664800"/>
          </a:xfrm>
          <a:prstGeom prst="rect">
            <a:avLst/>
          </a:prstGeom>
        </p:spPr>
        <p:txBody>
          <a:bodyPr spcFirstLastPara="1" wrap="square" lIns="329125" tIns="329125" rIns="329125" bIns="3291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1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40667799" y="29844590"/>
            <a:ext cx="2633599" cy="2518400"/>
          </a:xfrm>
          <a:prstGeom prst="rect">
            <a:avLst/>
          </a:prstGeom>
        </p:spPr>
        <p:txBody>
          <a:bodyPr spcFirstLastPara="1" wrap="square" lIns="329125" tIns="329125" rIns="329125" bIns="3291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1496161" y="3555840"/>
            <a:ext cx="13478400" cy="4836800"/>
          </a:xfrm>
          <a:prstGeom prst="rect">
            <a:avLst/>
          </a:prstGeom>
        </p:spPr>
        <p:txBody>
          <a:bodyPr spcFirstLastPara="1" wrap="square" lIns="329125" tIns="329125" rIns="329125" bIns="3291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600"/>
              <a:buNone/>
              <a:defRPr sz="7940"/>
            </a:lvl1pPr>
            <a:lvl2pPr lvl="1">
              <a:spcBef>
                <a:spcPts val="0"/>
              </a:spcBef>
              <a:spcAft>
                <a:spcPts val="0"/>
              </a:spcAft>
              <a:buSzPts val="8600"/>
              <a:buNone/>
              <a:defRPr sz="7940"/>
            </a:lvl2pPr>
            <a:lvl3pPr lvl="2">
              <a:spcBef>
                <a:spcPts val="0"/>
              </a:spcBef>
              <a:spcAft>
                <a:spcPts val="0"/>
              </a:spcAft>
              <a:buSzPts val="8600"/>
              <a:buNone/>
              <a:defRPr sz="7940"/>
            </a:lvl3pPr>
            <a:lvl4pPr lvl="3">
              <a:spcBef>
                <a:spcPts val="0"/>
              </a:spcBef>
              <a:spcAft>
                <a:spcPts val="0"/>
              </a:spcAft>
              <a:buSzPts val="8600"/>
              <a:buNone/>
              <a:defRPr sz="7940"/>
            </a:lvl4pPr>
            <a:lvl5pPr lvl="4">
              <a:spcBef>
                <a:spcPts val="0"/>
              </a:spcBef>
              <a:spcAft>
                <a:spcPts val="0"/>
              </a:spcAft>
              <a:buSzPts val="8600"/>
              <a:buNone/>
              <a:defRPr sz="7940"/>
            </a:lvl5pPr>
            <a:lvl6pPr lvl="5">
              <a:spcBef>
                <a:spcPts val="0"/>
              </a:spcBef>
              <a:spcAft>
                <a:spcPts val="0"/>
              </a:spcAft>
              <a:buSzPts val="8600"/>
              <a:buNone/>
              <a:defRPr sz="7940"/>
            </a:lvl6pPr>
            <a:lvl7pPr lvl="6">
              <a:spcBef>
                <a:spcPts val="0"/>
              </a:spcBef>
              <a:spcAft>
                <a:spcPts val="0"/>
              </a:spcAft>
              <a:buSzPts val="8600"/>
              <a:buNone/>
              <a:defRPr sz="7940"/>
            </a:lvl7pPr>
            <a:lvl8pPr lvl="7">
              <a:spcBef>
                <a:spcPts val="0"/>
              </a:spcBef>
              <a:spcAft>
                <a:spcPts val="0"/>
              </a:spcAft>
              <a:buSzPts val="8600"/>
              <a:buNone/>
              <a:defRPr sz="7940"/>
            </a:lvl8pPr>
            <a:lvl9pPr lvl="8">
              <a:spcBef>
                <a:spcPts val="0"/>
              </a:spcBef>
              <a:spcAft>
                <a:spcPts val="0"/>
              </a:spcAft>
              <a:buSzPts val="8600"/>
              <a:buNone/>
              <a:defRPr sz="794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1496161" y="8893440"/>
            <a:ext cx="13478400" cy="20348800"/>
          </a:xfrm>
          <a:prstGeom prst="rect">
            <a:avLst/>
          </a:prstGeom>
        </p:spPr>
        <p:txBody>
          <a:bodyPr spcFirstLastPara="1" wrap="square" lIns="329125" tIns="329125" rIns="329125" bIns="329125" anchor="t" anchorCtr="0">
            <a:normAutofit/>
          </a:bodyPr>
          <a:lstStyle>
            <a:lvl1pPr marL="422081" lvl="0" indent="-463115">
              <a:spcBef>
                <a:spcPts val="0"/>
              </a:spcBef>
              <a:spcAft>
                <a:spcPts val="0"/>
              </a:spcAft>
              <a:buSzPts val="4300"/>
              <a:buChar char="●"/>
              <a:defRPr sz="3970"/>
            </a:lvl1pPr>
            <a:lvl2pPr marL="844160" lvl="1" indent="-463115">
              <a:spcBef>
                <a:spcPts val="0"/>
              </a:spcBef>
              <a:spcAft>
                <a:spcPts val="0"/>
              </a:spcAft>
              <a:buSzPts val="4300"/>
              <a:buChar char="○"/>
              <a:defRPr sz="3970"/>
            </a:lvl2pPr>
            <a:lvl3pPr marL="1266237" lvl="2" indent="-463115">
              <a:spcBef>
                <a:spcPts val="0"/>
              </a:spcBef>
              <a:spcAft>
                <a:spcPts val="0"/>
              </a:spcAft>
              <a:buSzPts val="4300"/>
              <a:buChar char="■"/>
              <a:defRPr sz="3970"/>
            </a:lvl3pPr>
            <a:lvl4pPr marL="1688319" lvl="3" indent="-463115">
              <a:spcBef>
                <a:spcPts val="0"/>
              </a:spcBef>
              <a:spcAft>
                <a:spcPts val="0"/>
              </a:spcAft>
              <a:buSzPts val="4300"/>
              <a:buChar char="●"/>
              <a:defRPr sz="3970"/>
            </a:lvl4pPr>
            <a:lvl5pPr marL="2110399" lvl="4" indent="-463115">
              <a:spcBef>
                <a:spcPts val="0"/>
              </a:spcBef>
              <a:spcAft>
                <a:spcPts val="0"/>
              </a:spcAft>
              <a:buSzPts val="4300"/>
              <a:buChar char="○"/>
              <a:defRPr sz="3970"/>
            </a:lvl5pPr>
            <a:lvl6pPr marL="2532479" lvl="5" indent="-463115">
              <a:spcBef>
                <a:spcPts val="0"/>
              </a:spcBef>
              <a:spcAft>
                <a:spcPts val="0"/>
              </a:spcAft>
              <a:buSzPts val="4300"/>
              <a:buChar char="■"/>
              <a:defRPr sz="3970"/>
            </a:lvl6pPr>
            <a:lvl7pPr marL="2954558" lvl="6" indent="-463115">
              <a:spcBef>
                <a:spcPts val="0"/>
              </a:spcBef>
              <a:spcAft>
                <a:spcPts val="0"/>
              </a:spcAft>
              <a:buSzPts val="4300"/>
              <a:buChar char="●"/>
              <a:defRPr sz="3970"/>
            </a:lvl7pPr>
            <a:lvl8pPr marL="3376638" lvl="7" indent="-463115">
              <a:spcBef>
                <a:spcPts val="0"/>
              </a:spcBef>
              <a:spcAft>
                <a:spcPts val="0"/>
              </a:spcAft>
              <a:buSzPts val="4300"/>
              <a:buChar char="○"/>
              <a:defRPr sz="3970"/>
            </a:lvl8pPr>
            <a:lvl9pPr marL="3798717" lvl="8" indent="-463115">
              <a:spcBef>
                <a:spcPts val="0"/>
              </a:spcBef>
              <a:spcAft>
                <a:spcPts val="0"/>
              </a:spcAft>
              <a:buSzPts val="4300"/>
              <a:buChar char="■"/>
              <a:defRPr sz="397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40667799" y="29844590"/>
            <a:ext cx="2633599" cy="2518400"/>
          </a:xfrm>
          <a:prstGeom prst="rect">
            <a:avLst/>
          </a:prstGeom>
        </p:spPr>
        <p:txBody>
          <a:bodyPr spcFirstLastPara="1" wrap="square" lIns="329125" tIns="329125" rIns="329125" bIns="3291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2353203" y="2880960"/>
            <a:ext cx="30565600" cy="26180800"/>
          </a:xfrm>
          <a:prstGeom prst="rect">
            <a:avLst/>
          </a:prstGeom>
        </p:spPr>
        <p:txBody>
          <a:bodyPr spcFirstLastPara="1" wrap="square" lIns="329125" tIns="329125" rIns="329125" bIns="3291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300"/>
              <a:buNone/>
              <a:defRPr sz="15971"/>
            </a:lvl1pPr>
            <a:lvl2pPr lvl="1">
              <a:spcBef>
                <a:spcPts val="0"/>
              </a:spcBef>
              <a:spcAft>
                <a:spcPts val="0"/>
              </a:spcAft>
              <a:buSzPts val="17300"/>
              <a:buNone/>
              <a:defRPr sz="15971"/>
            </a:lvl2pPr>
            <a:lvl3pPr lvl="2">
              <a:spcBef>
                <a:spcPts val="0"/>
              </a:spcBef>
              <a:spcAft>
                <a:spcPts val="0"/>
              </a:spcAft>
              <a:buSzPts val="17300"/>
              <a:buNone/>
              <a:defRPr sz="15971"/>
            </a:lvl3pPr>
            <a:lvl4pPr lvl="3">
              <a:spcBef>
                <a:spcPts val="0"/>
              </a:spcBef>
              <a:spcAft>
                <a:spcPts val="0"/>
              </a:spcAft>
              <a:buSzPts val="17300"/>
              <a:buNone/>
              <a:defRPr sz="15971"/>
            </a:lvl4pPr>
            <a:lvl5pPr lvl="4">
              <a:spcBef>
                <a:spcPts val="0"/>
              </a:spcBef>
              <a:spcAft>
                <a:spcPts val="0"/>
              </a:spcAft>
              <a:buSzPts val="17300"/>
              <a:buNone/>
              <a:defRPr sz="15971"/>
            </a:lvl5pPr>
            <a:lvl6pPr lvl="5">
              <a:spcBef>
                <a:spcPts val="0"/>
              </a:spcBef>
              <a:spcAft>
                <a:spcPts val="0"/>
              </a:spcAft>
              <a:buSzPts val="17300"/>
              <a:buNone/>
              <a:defRPr sz="15971"/>
            </a:lvl6pPr>
            <a:lvl7pPr lvl="6">
              <a:spcBef>
                <a:spcPts val="0"/>
              </a:spcBef>
              <a:spcAft>
                <a:spcPts val="0"/>
              </a:spcAft>
              <a:buSzPts val="17300"/>
              <a:buNone/>
              <a:defRPr sz="15971"/>
            </a:lvl7pPr>
            <a:lvl8pPr lvl="7">
              <a:spcBef>
                <a:spcPts val="0"/>
              </a:spcBef>
              <a:spcAft>
                <a:spcPts val="0"/>
              </a:spcAft>
              <a:buSzPts val="17300"/>
              <a:buNone/>
              <a:defRPr sz="15971"/>
            </a:lvl8pPr>
            <a:lvl9pPr lvl="8">
              <a:spcBef>
                <a:spcPts val="0"/>
              </a:spcBef>
              <a:spcAft>
                <a:spcPts val="0"/>
              </a:spcAft>
              <a:buSzPts val="17300"/>
              <a:buNone/>
              <a:defRPr sz="15971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40667799" y="29844590"/>
            <a:ext cx="2633599" cy="2518400"/>
          </a:xfrm>
          <a:prstGeom prst="rect">
            <a:avLst/>
          </a:prstGeom>
        </p:spPr>
        <p:txBody>
          <a:bodyPr spcFirstLastPara="1" wrap="square" lIns="329125" tIns="329125" rIns="329125" bIns="3291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1945600" y="-800"/>
            <a:ext cx="21945600" cy="3291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303808" tIns="303808" rIns="303808" bIns="30380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92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1274401" y="7892325"/>
            <a:ext cx="19416800" cy="9486800"/>
          </a:xfrm>
          <a:prstGeom prst="rect">
            <a:avLst/>
          </a:prstGeom>
        </p:spPr>
        <p:txBody>
          <a:bodyPr spcFirstLastPara="1" wrap="square" lIns="329125" tIns="329125" rIns="329125" bIns="3291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100"/>
              <a:buNone/>
              <a:defRPr sz="13941"/>
            </a:lvl1pPr>
            <a:lvl2pPr lvl="1" algn="ctr">
              <a:spcBef>
                <a:spcPts val="0"/>
              </a:spcBef>
              <a:spcAft>
                <a:spcPts val="0"/>
              </a:spcAft>
              <a:buSzPts val="15100"/>
              <a:buNone/>
              <a:defRPr sz="13941"/>
            </a:lvl2pPr>
            <a:lvl3pPr lvl="2" algn="ctr">
              <a:spcBef>
                <a:spcPts val="0"/>
              </a:spcBef>
              <a:spcAft>
                <a:spcPts val="0"/>
              </a:spcAft>
              <a:buSzPts val="15100"/>
              <a:buNone/>
              <a:defRPr sz="13941"/>
            </a:lvl3pPr>
            <a:lvl4pPr lvl="3" algn="ctr">
              <a:spcBef>
                <a:spcPts val="0"/>
              </a:spcBef>
              <a:spcAft>
                <a:spcPts val="0"/>
              </a:spcAft>
              <a:buSzPts val="15100"/>
              <a:buNone/>
              <a:defRPr sz="13941"/>
            </a:lvl4pPr>
            <a:lvl5pPr lvl="4" algn="ctr">
              <a:spcBef>
                <a:spcPts val="0"/>
              </a:spcBef>
              <a:spcAft>
                <a:spcPts val="0"/>
              </a:spcAft>
              <a:buSzPts val="15100"/>
              <a:buNone/>
              <a:defRPr sz="13941"/>
            </a:lvl5pPr>
            <a:lvl6pPr lvl="5" algn="ctr">
              <a:spcBef>
                <a:spcPts val="0"/>
              </a:spcBef>
              <a:spcAft>
                <a:spcPts val="0"/>
              </a:spcAft>
              <a:buSzPts val="15100"/>
              <a:buNone/>
              <a:defRPr sz="13941"/>
            </a:lvl6pPr>
            <a:lvl7pPr lvl="6" algn="ctr">
              <a:spcBef>
                <a:spcPts val="0"/>
              </a:spcBef>
              <a:spcAft>
                <a:spcPts val="0"/>
              </a:spcAft>
              <a:buSzPts val="15100"/>
              <a:buNone/>
              <a:defRPr sz="13941"/>
            </a:lvl7pPr>
            <a:lvl8pPr lvl="7" algn="ctr">
              <a:spcBef>
                <a:spcPts val="0"/>
              </a:spcBef>
              <a:spcAft>
                <a:spcPts val="0"/>
              </a:spcAft>
              <a:buSzPts val="15100"/>
              <a:buNone/>
              <a:defRPr sz="13941"/>
            </a:lvl8pPr>
            <a:lvl9pPr lvl="8" algn="ctr">
              <a:spcBef>
                <a:spcPts val="0"/>
              </a:spcBef>
              <a:spcAft>
                <a:spcPts val="0"/>
              </a:spcAft>
              <a:buSzPts val="15100"/>
              <a:buNone/>
              <a:defRPr sz="13941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1274401" y="17939680"/>
            <a:ext cx="19416800" cy="7904000"/>
          </a:xfrm>
          <a:prstGeom prst="rect">
            <a:avLst/>
          </a:prstGeom>
        </p:spPr>
        <p:txBody>
          <a:bodyPr spcFirstLastPara="1" wrap="square" lIns="329125" tIns="329125" rIns="329125" bIns="3291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016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016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016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016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016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016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016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016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016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23709600" y="4634079"/>
            <a:ext cx="18417600" cy="23649201"/>
          </a:xfrm>
          <a:prstGeom prst="rect">
            <a:avLst/>
          </a:prstGeom>
        </p:spPr>
        <p:txBody>
          <a:bodyPr spcFirstLastPara="1" wrap="square" lIns="329125" tIns="329125" rIns="329125" bIns="329125" anchor="ctr" anchorCtr="0">
            <a:normAutofit/>
          </a:bodyPr>
          <a:lstStyle>
            <a:lvl1pPr marL="422081" lvl="0" indent="-592084">
              <a:spcBef>
                <a:spcPts val="0"/>
              </a:spcBef>
              <a:spcAft>
                <a:spcPts val="0"/>
              </a:spcAft>
              <a:buSzPts val="6500"/>
              <a:buChar char="●"/>
              <a:defRPr/>
            </a:lvl1pPr>
            <a:lvl2pPr marL="844160" lvl="1" indent="-504151">
              <a:spcBef>
                <a:spcPts val="0"/>
              </a:spcBef>
              <a:spcAft>
                <a:spcPts val="0"/>
              </a:spcAft>
              <a:buSzPts val="5000"/>
              <a:buChar char="○"/>
              <a:defRPr/>
            </a:lvl2pPr>
            <a:lvl3pPr marL="1266237" lvl="2" indent="-504151">
              <a:spcBef>
                <a:spcPts val="0"/>
              </a:spcBef>
              <a:spcAft>
                <a:spcPts val="0"/>
              </a:spcAft>
              <a:buSzPts val="5000"/>
              <a:buChar char="■"/>
              <a:defRPr/>
            </a:lvl3pPr>
            <a:lvl4pPr marL="1688319" lvl="3" indent="-504151">
              <a:spcBef>
                <a:spcPts val="0"/>
              </a:spcBef>
              <a:spcAft>
                <a:spcPts val="0"/>
              </a:spcAft>
              <a:buSzPts val="5000"/>
              <a:buChar char="●"/>
              <a:defRPr/>
            </a:lvl4pPr>
            <a:lvl5pPr marL="2110399" lvl="4" indent="-504151">
              <a:spcBef>
                <a:spcPts val="0"/>
              </a:spcBef>
              <a:spcAft>
                <a:spcPts val="0"/>
              </a:spcAft>
              <a:buSzPts val="5000"/>
              <a:buChar char="○"/>
              <a:defRPr/>
            </a:lvl5pPr>
            <a:lvl6pPr marL="2532479" lvl="5" indent="-504151">
              <a:spcBef>
                <a:spcPts val="0"/>
              </a:spcBef>
              <a:spcAft>
                <a:spcPts val="0"/>
              </a:spcAft>
              <a:buSzPts val="5000"/>
              <a:buChar char="■"/>
              <a:defRPr/>
            </a:lvl6pPr>
            <a:lvl7pPr marL="2954558" lvl="6" indent="-504151">
              <a:spcBef>
                <a:spcPts val="0"/>
              </a:spcBef>
              <a:spcAft>
                <a:spcPts val="0"/>
              </a:spcAft>
              <a:buSzPts val="5000"/>
              <a:buChar char="●"/>
              <a:defRPr/>
            </a:lvl7pPr>
            <a:lvl8pPr marL="3376638" lvl="7" indent="-504151">
              <a:spcBef>
                <a:spcPts val="0"/>
              </a:spcBef>
              <a:spcAft>
                <a:spcPts val="0"/>
              </a:spcAft>
              <a:buSzPts val="5000"/>
              <a:buChar char="○"/>
              <a:defRPr/>
            </a:lvl8pPr>
            <a:lvl9pPr marL="3798717" lvl="8" indent="-504151">
              <a:spcBef>
                <a:spcPts val="0"/>
              </a:spcBef>
              <a:spcAft>
                <a:spcPts val="0"/>
              </a:spcAft>
              <a:buSzPts val="50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40667799" y="29844590"/>
            <a:ext cx="2633599" cy="2518400"/>
          </a:xfrm>
          <a:prstGeom prst="rect">
            <a:avLst/>
          </a:prstGeom>
        </p:spPr>
        <p:txBody>
          <a:bodyPr spcFirstLastPara="1" wrap="square" lIns="329125" tIns="329125" rIns="329125" bIns="3291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1496162" y="27075679"/>
            <a:ext cx="28794400" cy="3872001"/>
          </a:xfrm>
          <a:prstGeom prst="rect">
            <a:avLst/>
          </a:prstGeom>
        </p:spPr>
        <p:txBody>
          <a:bodyPr spcFirstLastPara="1" wrap="square" lIns="329125" tIns="329125" rIns="329125" bIns="329125" anchor="ctr" anchorCtr="0">
            <a:normAutofit/>
          </a:bodyPr>
          <a:lstStyle>
            <a:lvl1pPr marL="422081" lvl="0" indent="-21104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40667799" y="29844590"/>
            <a:ext cx="2633599" cy="2518400"/>
          </a:xfrm>
          <a:prstGeom prst="rect">
            <a:avLst/>
          </a:prstGeom>
        </p:spPr>
        <p:txBody>
          <a:bodyPr spcFirstLastPara="1" wrap="square" lIns="329125" tIns="329125" rIns="329125" bIns="3291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1496162" y="7079202"/>
            <a:ext cx="40898800" cy="12566800"/>
          </a:xfrm>
          <a:prstGeom prst="rect">
            <a:avLst/>
          </a:prstGeom>
        </p:spPr>
        <p:txBody>
          <a:bodyPr spcFirstLastPara="1" wrap="square" lIns="329125" tIns="329125" rIns="329125" bIns="3291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200"/>
              <a:buNone/>
              <a:defRPr sz="39882"/>
            </a:lvl1pPr>
            <a:lvl2pPr lvl="1" algn="ctr">
              <a:spcBef>
                <a:spcPts val="0"/>
              </a:spcBef>
              <a:spcAft>
                <a:spcPts val="0"/>
              </a:spcAft>
              <a:buSzPts val="43200"/>
              <a:buNone/>
              <a:defRPr sz="39882"/>
            </a:lvl2pPr>
            <a:lvl3pPr lvl="2" algn="ctr">
              <a:spcBef>
                <a:spcPts val="0"/>
              </a:spcBef>
              <a:spcAft>
                <a:spcPts val="0"/>
              </a:spcAft>
              <a:buSzPts val="43200"/>
              <a:buNone/>
              <a:defRPr sz="39882"/>
            </a:lvl3pPr>
            <a:lvl4pPr lvl="3" algn="ctr">
              <a:spcBef>
                <a:spcPts val="0"/>
              </a:spcBef>
              <a:spcAft>
                <a:spcPts val="0"/>
              </a:spcAft>
              <a:buSzPts val="43200"/>
              <a:buNone/>
              <a:defRPr sz="39882"/>
            </a:lvl4pPr>
            <a:lvl5pPr lvl="4" algn="ctr">
              <a:spcBef>
                <a:spcPts val="0"/>
              </a:spcBef>
              <a:spcAft>
                <a:spcPts val="0"/>
              </a:spcAft>
              <a:buSzPts val="43200"/>
              <a:buNone/>
              <a:defRPr sz="39882"/>
            </a:lvl5pPr>
            <a:lvl6pPr lvl="5" algn="ctr">
              <a:spcBef>
                <a:spcPts val="0"/>
              </a:spcBef>
              <a:spcAft>
                <a:spcPts val="0"/>
              </a:spcAft>
              <a:buSzPts val="43200"/>
              <a:buNone/>
              <a:defRPr sz="39882"/>
            </a:lvl6pPr>
            <a:lvl7pPr lvl="6" algn="ctr">
              <a:spcBef>
                <a:spcPts val="0"/>
              </a:spcBef>
              <a:spcAft>
                <a:spcPts val="0"/>
              </a:spcAft>
              <a:buSzPts val="43200"/>
              <a:buNone/>
              <a:defRPr sz="39882"/>
            </a:lvl7pPr>
            <a:lvl8pPr lvl="7" algn="ctr">
              <a:spcBef>
                <a:spcPts val="0"/>
              </a:spcBef>
              <a:spcAft>
                <a:spcPts val="0"/>
              </a:spcAft>
              <a:buSzPts val="43200"/>
              <a:buNone/>
              <a:defRPr sz="39882"/>
            </a:lvl8pPr>
            <a:lvl9pPr lvl="8" algn="ctr">
              <a:spcBef>
                <a:spcPts val="0"/>
              </a:spcBef>
              <a:spcAft>
                <a:spcPts val="0"/>
              </a:spcAft>
              <a:buSzPts val="43200"/>
              <a:buNone/>
              <a:defRPr sz="39882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1496162" y="20174243"/>
            <a:ext cx="40898800" cy="8324800"/>
          </a:xfrm>
          <a:prstGeom prst="rect">
            <a:avLst/>
          </a:prstGeom>
        </p:spPr>
        <p:txBody>
          <a:bodyPr spcFirstLastPara="1" wrap="square" lIns="329125" tIns="329125" rIns="329125" bIns="329125" anchor="t" anchorCtr="0">
            <a:normAutofit/>
          </a:bodyPr>
          <a:lstStyle>
            <a:lvl1pPr marL="422081" lvl="0" indent="-592084" algn="ctr">
              <a:spcBef>
                <a:spcPts val="0"/>
              </a:spcBef>
              <a:spcAft>
                <a:spcPts val="0"/>
              </a:spcAft>
              <a:buSzPts val="6500"/>
              <a:buChar char="●"/>
              <a:defRPr/>
            </a:lvl1pPr>
            <a:lvl2pPr marL="844160" lvl="1" indent="-504151" algn="ctr">
              <a:spcBef>
                <a:spcPts val="0"/>
              </a:spcBef>
              <a:spcAft>
                <a:spcPts val="0"/>
              </a:spcAft>
              <a:buSzPts val="5000"/>
              <a:buChar char="○"/>
              <a:defRPr/>
            </a:lvl2pPr>
            <a:lvl3pPr marL="1266237" lvl="2" indent="-504151" algn="ctr">
              <a:spcBef>
                <a:spcPts val="0"/>
              </a:spcBef>
              <a:spcAft>
                <a:spcPts val="0"/>
              </a:spcAft>
              <a:buSzPts val="5000"/>
              <a:buChar char="■"/>
              <a:defRPr/>
            </a:lvl3pPr>
            <a:lvl4pPr marL="1688319" lvl="3" indent="-504151" algn="ctr">
              <a:spcBef>
                <a:spcPts val="0"/>
              </a:spcBef>
              <a:spcAft>
                <a:spcPts val="0"/>
              </a:spcAft>
              <a:buSzPts val="5000"/>
              <a:buChar char="●"/>
              <a:defRPr/>
            </a:lvl4pPr>
            <a:lvl5pPr marL="2110399" lvl="4" indent="-504151" algn="ctr">
              <a:spcBef>
                <a:spcPts val="0"/>
              </a:spcBef>
              <a:spcAft>
                <a:spcPts val="0"/>
              </a:spcAft>
              <a:buSzPts val="5000"/>
              <a:buChar char="○"/>
              <a:defRPr/>
            </a:lvl5pPr>
            <a:lvl6pPr marL="2532479" lvl="5" indent="-504151" algn="ctr">
              <a:spcBef>
                <a:spcPts val="0"/>
              </a:spcBef>
              <a:spcAft>
                <a:spcPts val="0"/>
              </a:spcAft>
              <a:buSzPts val="5000"/>
              <a:buChar char="■"/>
              <a:defRPr/>
            </a:lvl6pPr>
            <a:lvl7pPr marL="2954558" lvl="6" indent="-504151" algn="ctr">
              <a:spcBef>
                <a:spcPts val="0"/>
              </a:spcBef>
              <a:spcAft>
                <a:spcPts val="0"/>
              </a:spcAft>
              <a:buSzPts val="5000"/>
              <a:buChar char="●"/>
              <a:defRPr/>
            </a:lvl7pPr>
            <a:lvl8pPr marL="3376638" lvl="7" indent="-504151" algn="ctr">
              <a:spcBef>
                <a:spcPts val="0"/>
              </a:spcBef>
              <a:spcAft>
                <a:spcPts val="0"/>
              </a:spcAft>
              <a:buSzPts val="5000"/>
              <a:buChar char="○"/>
              <a:defRPr/>
            </a:lvl8pPr>
            <a:lvl9pPr marL="3798717" lvl="8" indent="-504151" algn="ctr">
              <a:spcBef>
                <a:spcPts val="0"/>
              </a:spcBef>
              <a:spcAft>
                <a:spcPts val="0"/>
              </a:spcAft>
              <a:buSzPts val="50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40667799" y="29844590"/>
            <a:ext cx="2633599" cy="2518400"/>
          </a:xfrm>
          <a:prstGeom prst="rect">
            <a:avLst/>
          </a:prstGeom>
        </p:spPr>
        <p:txBody>
          <a:bodyPr spcFirstLastPara="1" wrap="square" lIns="329125" tIns="329125" rIns="329125" bIns="3291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40667799" y="29844590"/>
            <a:ext cx="2633599" cy="2518400"/>
          </a:xfrm>
          <a:prstGeom prst="rect">
            <a:avLst/>
          </a:prstGeom>
        </p:spPr>
        <p:txBody>
          <a:bodyPr spcFirstLastPara="1" wrap="square" lIns="329125" tIns="329125" rIns="329125" bIns="3291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496162" y="2848165"/>
            <a:ext cx="40898800" cy="3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9125" tIns="329125" rIns="329125" bIns="3291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00"/>
              <a:buNone/>
              <a:defRPr sz="101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00"/>
              <a:buNone/>
              <a:defRPr sz="10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00"/>
              <a:buNone/>
              <a:defRPr sz="10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00"/>
              <a:buNone/>
              <a:defRPr sz="10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00"/>
              <a:buNone/>
              <a:defRPr sz="10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00"/>
              <a:buNone/>
              <a:defRPr sz="10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00"/>
              <a:buNone/>
              <a:defRPr sz="10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00"/>
              <a:buNone/>
              <a:defRPr sz="10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00"/>
              <a:buNone/>
              <a:defRPr sz="10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96162" y="7375843"/>
            <a:ext cx="40898800" cy="218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9125" tIns="329125" rIns="329125" bIns="329125" anchor="t" anchorCtr="0">
            <a:normAutofit/>
          </a:bodyPr>
          <a:lstStyle>
            <a:lvl1pPr marL="457200" lvl="0" indent="-6413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500"/>
              <a:buChar char="●"/>
              <a:defRPr sz="6500">
                <a:solidFill>
                  <a:schemeClr val="dk2"/>
                </a:solidFill>
              </a:defRPr>
            </a:lvl1pPr>
            <a:lvl2pPr marL="914400" lvl="1" indent="-546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Char char="○"/>
              <a:defRPr sz="5000">
                <a:solidFill>
                  <a:schemeClr val="dk2"/>
                </a:solidFill>
              </a:defRPr>
            </a:lvl2pPr>
            <a:lvl3pPr marL="1371600" lvl="2" indent="-546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Char char="■"/>
              <a:defRPr sz="5000">
                <a:solidFill>
                  <a:schemeClr val="dk2"/>
                </a:solidFill>
              </a:defRPr>
            </a:lvl3pPr>
            <a:lvl4pPr marL="1828800" lvl="3" indent="-546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Char char="●"/>
              <a:defRPr sz="5000">
                <a:solidFill>
                  <a:schemeClr val="dk2"/>
                </a:solidFill>
              </a:defRPr>
            </a:lvl4pPr>
            <a:lvl5pPr marL="2286000" lvl="4" indent="-546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Char char="○"/>
              <a:defRPr sz="5000">
                <a:solidFill>
                  <a:schemeClr val="dk2"/>
                </a:solidFill>
              </a:defRPr>
            </a:lvl5pPr>
            <a:lvl6pPr marL="2743200" lvl="5" indent="-546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Char char="■"/>
              <a:defRPr sz="5000">
                <a:solidFill>
                  <a:schemeClr val="dk2"/>
                </a:solidFill>
              </a:defRPr>
            </a:lvl6pPr>
            <a:lvl7pPr marL="3200400" lvl="6" indent="-546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Char char="●"/>
              <a:defRPr sz="5000">
                <a:solidFill>
                  <a:schemeClr val="dk2"/>
                </a:solidFill>
              </a:defRPr>
            </a:lvl7pPr>
            <a:lvl8pPr marL="3657600" lvl="7" indent="-546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Char char="○"/>
              <a:defRPr sz="5000">
                <a:solidFill>
                  <a:schemeClr val="dk2"/>
                </a:solidFill>
              </a:defRPr>
            </a:lvl8pPr>
            <a:lvl9pPr marL="4114800" lvl="8" indent="-546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Char char="■"/>
              <a:defRPr sz="5000">
                <a:solidFill>
                  <a:schemeClr val="dk2"/>
                </a:solidFill>
              </a:defRPr>
            </a:lvl9pPr>
          </a:lstStyle>
          <a:p>
            <a:r>
              <a:rPr lang="pt-PT" dirty="0"/>
              <a:t>-</a:t>
            </a:r>
          </a:p>
          <a:p>
            <a:pPr lvl="1"/>
            <a:r>
              <a:rPr lang="pt-PT" dirty="0"/>
              <a:t>-</a:t>
            </a:r>
          </a:p>
          <a:p>
            <a:pPr lvl="2"/>
            <a:r>
              <a:rPr lang="pt-PT" dirty="0"/>
              <a:t>-</a:t>
            </a:r>
          </a:p>
          <a:p>
            <a:pPr lvl="3"/>
            <a:r>
              <a:rPr lang="pt-PT" dirty="0"/>
              <a:t>-</a:t>
            </a:r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0667799" y="29844590"/>
            <a:ext cx="2633599" cy="2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9125" tIns="329125" rIns="329125" bIns="329125" anchor="ctr" anchorCtr="0">
            <a:normAutofit/>
          </a:bodyPr>
          <a:lstStyle>
            <a:lvl1pPr lvl="0" algn="r">
              <a:buNone/>
              <a:defRPr sz="3324">
                <a:solidFill>
                  <a:schemeClr val="dk2"/>
                </a:solidFill>
              </a:defRPr>
            </a:lvl1pPr>
            <a:lvl2pPr lvl="1" algn="r">
              <a:buNone/>
              <a:defRPr sz="3324">
                <a:solidFill>
                  <a:schemeClr val="dk2"/>
                </a:solidFill>
              </a:defRPr>
            </a:lvl2pPr>
            <a:lvl3pPr lvl="2" algn="r">
              <a:buNone/>
              <a:defRPr sz="3324">
                <a:solidFill>
                  <a:schemeClr val="dk2"/>
                </a:solidFill>
              </a:defRPr>
            </a:lvl3pPr>
            <a:lvl4pPr lvl="3" algn="r">
              <a:buNone/>
              <a:defRPr sz="3324">
                <a:solidFill>
                  <a:schemeClr val="dk2"/>
                </a:solidFill>
              </a:defRPr>
            </a:lvl4pPr>
            <a:lvl5pPr lvl="4" algn="r">
              <a:buNone/>
              <a:defRPr sz="3324">
                <a:solidFill>
                  <a:schemeClr val="dk2"/>
                </a:solidFill>
              </a:defRPr>
            </a:lvl5pPr>
            <a:lvl6pPr lvl="5" algn="r">
              <a:buNone/>
              <a:defRPr sz="3324">
                <a:solidFill>
                  <a:schemeClr val="dk2"/>
                </a:solidFill>
              </a:defRPr>
            </a:lvl6pPr>
            <a:lvl7pPr lvl="6" algn="r">
              <a:buNone/>
              <a:defRPr sz="3324">
                <a:solidFill>
                  <a:schemeClr val="dk2"/>
                </a:solidFill>
              </a:defRPr>
            </a:lvl7pPr>
            <a:lvl8pPr lvl="7" algn="r">
              <a:buNone/>
              <a:defRPr sz="3324">
                <a:solidFill>
                  <a:schemeClr val="dk2"/>
                </a:solidFill>
              </a:defRPr>
            </a:lvl8pPr>
            <a:lvl9pPr lvl="8" algn="r">
              <a:buNone/>
              <a:defRPr sz="3324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9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9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9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9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9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9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9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9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9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9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9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9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9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9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9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9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9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9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9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9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9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9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9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9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9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9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9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hart" Target="../charts/chart3.xml"/><Relationship Id="rId3" Type="http://schemas.openxmlformats.org/officeDocument/2006/relationships/image" Target="../media/image1.png"/><Relationship Id="rId7" Type="http://schemas.openxmlformats.org/officeDocument/2006/relationships/image" Target="../media/image4.sv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7.png"/><Relationship Id="rId5" Type="http://schemas.openxmlformats.org/officeDocument/2006/relationships/chart" Target="../charts/chart1.xml"/><Relationship Id="rId10" Type="http://schemas.openxmlformats.org/officeDocument/2006/relationships/chart" Target="../charts/chart2.xml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Rectangle 472">
            <a:extLst>
              <a:ext uri="{FF2B5EF4-FFF2-40B4-BE49-F238E27FC236}">
                <a16:creationId xmlns:a16="http://schemas.microsoft.com/office/drawing/2014/main" id="{511A3C98-6A81-2783-BA08-A1D6C842AAC6}"/>
              </a:ext>
            </a:extLst>
          </p:cNvPr>
          <p:cNvSpPr/>
          <p:nvPr/>
        </p:nvSpPr>
        <p:spPr>
          <a:xfrm>
            <a:off x="1" y="0"/>
            <a:ext cx="43891200" cy="32918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2" name="Picture 461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FE17121C-7ACC-B7FF-BB5C-C429465F1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5147" y="23056860"/>
            <a:ext cx="10445746" cy="3813048"/>
          </a:xfrm>
          <a:prstGeom prst="rect">
            <a:avLst/>
          </a:prstGeom>
        </p:spPr>
      </p:pic>
      <p:pic>
        <p:nvPicPr>
          <p:cNvPr id="464" name="Picture 463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1B16FC30-9FC4-A696-FD7C-08C481266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05461" y="23056860"/>
            <a:ext cx="10505952" cy="3813048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917E91D-2BBF-8DA3-C46D-ADA27C0F5484}"/>
              </a:ext>
            </a:extLst>
          </p:cNvPr>
          <p:cNvGrpSpPr/>
          <p:nvPr/>
        </p:nvGrpSpPr>
        <p:grpSpPr>
          <a:xfrm>
            <a:off x="11041907" y="27563063"/>
            <a:ext cx="11534388" cy="4596695"/>
            <a:chOff x="1779738" y="1487263"/>
            <a:chExt cx="9619737" cy="4775245"/>
          </a:xfrm>
        </p:grpSpPr>
        <p:graphicFrame>
          <p:nvGraphicFramePr>
            <p:cNvPr id="21" name="Chart 20">
              <a:extLst>
                <a:ext uri="{FF2B5EF4-FFF2-40B4-BE49-F238E27FC236}">
                  <a16:creationId xmlns:a16="http://schemas.microsoft.com/office/drawing/2014/main" id="{1848EAF1-D2CF-836F-2F10-D3DE5BE15FE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813169020"/>
                </p:ext>
              </p:extLst>
            </p:nvPr>
          </p:nvGraphicFramePr>
          <p:xfrm>
            <a:off x="1779738" y="1487263"/>
            <a:ext cx="9619737" cy="477524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D0FEC43-0620-3A03-3686-B07972EA0E81}"/>
                </a:ext>
              </a:extLst>
            </p:cNvPr>
            <p:cNvSpPr txBox="1"/>
            <p:nvPr/>
          </p:nvSpPr>
          <p:spPr>
            <a:xfrm>
              <a:off x="4406871" y="3886581"/>
              <a:ext cx="1672035" cy="3836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44160">
                <a:buClrTx/>
                <a:defRPr/>
              </a:pPr>
              <a:r>
                <a:rPr lang="pt-PT" sz="1661" dirty="0">
                  <a:solidFill>
                    <a:srgbClr val="595959"/>
                  </a:solidFill>
                </a:rPr>
                <a:t>+</a:t>
              </a:r>
              <a:r>
                <a:rPr lang="pt-PT" sz="1800" dirty="0">
                  <a:solidFill>
                    <a:srgbClr val="595959"/>
                  </a:solidFill>
                </a:rPr>
                <a:t>0.1</a:t>
              </a:r>
              <a:endParaRPr lang="en-US" sz="1661" dirty="0">
                <a:solidFill>
                  <a:srgbClr val="595959"/>
                </a:solidFill>
              </a:endParaRPr>
            </a:p>
          </p:txBody>
        </p:sp>
      </p:grpSp>
      <p:sp>
        <p:nvSpPr>
          <p:cNvPr id="29" name="Google Shape;67;p13">
            <a:extLst>
              <a:ext uri="{FF2B5EF4-FFF2-40B4-BE49-F238E27FC236}">
                <a16:creationId xmlns:a16="http://schemas.microsoft.com/office/drawing/2014/main" id="{E2D86817-CA67-ECD0-F518-73CD1FE99444}"/>
              </a:ext>
            </a:extLst>
          </p:cNvPr>
          <p:cNvSpPr txBox="1"/>
          <p:nvPr/>
        </p:nvSpPr>
        <p:spPr>
          <a:xfrm>
            <a:off x="12935856" y="5345748"/>
            <a:ext cx="29775542" cy="4367406"/>
          </a:xfrm>
          <a:prstGeom prst="roundRect">
            <a:avLst>
              <a:gd name="adj" fmla="val 0"/>
            </a:avLst>
          </a:prstGeom>
          <a:noFill/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57992" tIns="28984" rIns="57992" bIns="28984" anchor="ctr" anchorCtr="0">
            <a:spAutoFit/>
          </a:bodyPr>
          <a:lstStyle/>
          <a:p>
            <a:pPr algn="just">
              <a:buSzPts val="2900"/>
            </a:pPr>
            <a:r>
              <a:rPr lang="en-US" sz="4800" b="1" dirty="0"/>
              <a:t>Premise</a:t>
            </a:r>
            <a:r>
              <a:rPr lang="en-US" sz="4800" dirty="0"/>
              <a:t>: “A Language Model is likely to identify verbatim passages from its training data.”</a:t>
            </a:r>
          </a:p>
          <a:p>
            <a:pPr algn="just">
              <a:buSzPts val="2900"/>
            </a:pPr>
            <a:endParaRPr lang="en-US" sz="2000" dirty="0">
              <a:sym typeface="Calibri"/>
            </a:endParaRPr>
          </a:p>
          <a:p>
            <a:pPr algn="just">
              <a:buSzPts val="2900"/>
            </a:pPr>
            <a:r>
              <a:rPr lang="en-US" sz="4800" b="1" dirty="0"/>
              <a:t>Approach</a:t>
            </a:r>
            <a:r>
              <a:rPr lang="en-US" sz="4800" dirty="0"/>
              <a:t>: Multiple-Choice Question-Answering task where the model is prompted to identify verbatim text from three other paraphrased options.</a:t>
            </a:r>
          </a:p>
          <a:p>
            <a:pPr algn="just">
              <a:buSzPts val="2900"/>
            </a:pPr>
            <a:endParaRPr lang="en-US" sz="2000" dirty="0">
              <a:sym typeface="Calibri"/>
            </a:endParaRPr>
          </a:p>
          <a:p>
            <a:pPr algn="just">
              <a:buSzPts val="2900"/>
            </a:pPr>
            <a:r>
              <a:rPr lang="en-US" sz="4800" b="1" dirty="0">
                <a:sym typeface="Calibri"/>
              </a:rPr>
              <a:t>Goal</a:t>
            </a:r>
            <a:r>
              <a:rPr lang="en-US" sz="4800" dirty="0">
                <a:sym typeface="Calibri"/>
              </a:rPr>
              <a:t>: </a:t>
            </a:r>
            <a:r>
              <a:rPr lang="en-US" sz="4800" dirty="0"/>
              <a:t>Models will correctly choose the exact text far more frequently when it is included in their training data, compared to when it is not.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504675" y="572095"/>
            <a:ext cx="32039652" cy="27632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57992" tIns="28984" rIns="57992" bIns="28984" anchor="t" anchorCtr="0">
            <a:noAutofit/>
          </a:bodyPr>
          <a:lstStyle/>
          <a:p>
            <a:pPr algn="l">
              <a:buClr>
                <a:srgbClr val="0054A6"/>
              </a:buClr>
              <a:buSzPts val="6100"/>
            </a:pPr>
            <a:r>
              <a:rPr lang="en" sz="7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DE-COP: Detecting Copyrighted Content in Language Models Training Data</a:t>
            </a:r>
            <a:br>
              <a:rPr lang="en-US" sz="54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5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André Duarte</a:t>
            </a:r>
            <a:r>
              <a:rPr lang="en-US" sz="5400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en-US" sz="5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sz="5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Xuandong</a:t>
            </a:r>
            <a:r>
              <a:rPr lang="en-US" sz="5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Zhao</a:t>
            </a:r>
            <a:r>
              <a:rPr lang="en-US" sz="5400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  <a:r>
              <a:rPr lang="en-US" sz="5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Arlindo Oliveira</a:t>
            </a:r>
            <a:r>
              <a:rPr lang="en-US" sz="5400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en-US" sz="5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Lei Li</a:t>
            </a:r>
            <a:r>
              <a:rPr lang="en-US" sz="5400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endParaRPr lang="en-US" sz="5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90000"/>
              </a:lnSpc>
              <a:buClr>
                <a:srgbClr val="0054A6"/>
              </a:buClr>
              <a:buSzPts val="6100"/>
            </a:pPr>
            <a:r>
              <a:rPr lang="en" sz="5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Instituto Superior Técnico / INESC-ID</a:t>
            </a:r>
            <a:r>
              <a:rPr lang="en" sz="5400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en" sz="5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UC Santa Barbara</a:t>
            </a:r>
            <a:r>
              <a:rPr lang="en" sz="5400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  <a:r>
              <a:rPr lang="en" sz="5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Carnegie Mellon University</a:t>
            </a:r>
            <a:r>
              <a:rPr lang="en" sz="5400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endParaRPr sz="5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2" name="Google Shape;72;p13"/>
          <p:cNvSpPr/>
          <p:nvPr/>
        </p:nvSpPr>
        <p:spPr>
          <a:xfrm>
            <a:off x="504675" y="3545701"/>
            <a:ext cx="42837493" cy="15147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txBody>
          <a:bodyPr spcFirstLastPara="1" wrap="square" lIns="57992" tIns="28984" rIns="57992" bIns="28984" anchor="ctr" anchorCtr="0">
            <a:noAutofit/>
          </a:bodyPr>
          <a:lstStyle/>
          <a:p>
            <a:pPr algn="ctr">
              <a:buSzPts val="5000"/>
            </a:pPr>
            <a:endParaRPr sz="4616" baseline="-25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3"/>
          <p:cNvSpPr/>
          <p:nvPr/>
        </p:nvSpPr>
        <p:spPr>
          <a:xfrm>
            <a:off x="503939" y="32173635"/>
            <a:ext cx="42839116" cy="158401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spcFirstLastPara="1" wrap="square" lIns="57992" tIns="28984" rIns="57992" bIns="28984" anchor="ctr" anchorCtr="0">
            <a:noAutofit/>
          </a:bodyPr>
          <a:lstStyle/>
          <a:p>
            <a:pPr algn="ctr">
              <a:buSzPts val="5000"/>
            </a:pPr>
            <a:endParaRPr sz="4616" baseline="-25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1061A1E-ADDF-C56D-A3C3-898B9DE62D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31931" y="524601"/>
            <a:ext cx="7378515" cy="256644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B58FB24-9BDC-C16C-C12E-619FAC937F68}"/>
              </a:ext>
            </a:extLst>
          </p:cNvPr>
          <p:cNvSpPr txBox="1"/>
          <p:nvPr/>
        </p:nvSpPr>
        <p:spPr>
          <a:xfrm>
            <a:off x="19096874" y="29584314"/>
            <a:ext cx="1079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44160">
              <a:buClrTx/>
              <a:defRPr/>
            </a:pPr>
            <a:r>
              <a:rPr lang="pt-PT" sz="1800" dirty="0">
                <a:solidFill>
                  <a:srgbClr val="595959"/>
                </a:solidFill>
              </a:rPr>
              <a:t>+0.3</a:t>
            </a:r>
            <a:endParaRPr lang="en-US" sz="1800" dirty="0">
              <a:solidFill>
                <a:srgbClr val="595959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8F4CBF-02B5-54DE-3577-4C55F0332126}"/>
              </a:ext>
            </a:extLst>
          </p:cNvPr>
          <p:cNvSpPr txBox="1"/>
          <p:nvPr/>
        </p:nvSpPr>
        <p:spPr>
          <a:xfrm>
            <a:off x="16171390" y="28847366"/>
            <a:ext cx="1079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44160">
              <a:buClrTx/>
              <a:defRPr/>
            </a:pPr>
            <a:r>
              <a:rPr lang="pt-PT" sz="1800" dirty="0">
                <a:solidFill>
                  <a:srgbClr val="595959"/>
                </a:solidFill>
              </a:rPr>
              <a:t>+0.3</a:t>
            </a:r>
            <a:endParaRPr lang="en-US" sz="1800" dirty="0">
              <a:solidFill>
                <a:srgbClr val="595959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AE7488-F601-6DA6-E4D2-76212D94E628}"/>
              </a:ext>
            </a:extLst>
          </p:cNvPr>
          <p:cNvSpPr txBox="1"/>
          <p:nvPr/>
        </p:nvSpPr>
        <p:spPr>
          <a:xfrm>
            <a:off x="20618847" y="28114096"/>
            <a:ext cx="1079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44160">
              <a:buClrTx/>
              <a:defRPr/>
            </a:pPr>
            <a:r>
              <a:rPr lang="pt-PT" sz="1800" dirty="0">
                <a:solidFill>
                  <a:srgbClr val="595959"/>
                </a:solidFill>
              </a:rPr>
              <a:t>+0.5</a:t>
            </a:r>
            <a:endParaRPr lang="en-US" sz="1800" dirty="0">
              <a:solidFill>
                <a:srgbClr val="59595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011F70F-CCCC-0490-C014-81D728027445}"/>
                  </a:ext>
                </a:extLst>
              </p:cNvPr>
              <p:cNvSpPr txBox="1"/>
              <p:nvPr/>
            </p:nvSpPr>
            <p:spPr>
              <a:xfrm>
                <a:off x="748884" y="5345748"/>
                <a:ext cx="11096611" cy="62478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27608" lvl="6" indent="-527608" algn="just">
                  <a:buFont typeface="Wingdings" pitchFamily="2" charset="2"/>
                  <a:buChar char="§"/>
                </a:pPr>
                <a:r>
                  <a:rPr lang="en-US" sz="40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  <a:sym typeface="+mn-ea"/>
                  </a:rPr>
                  <a:t>There is the suspicion that LLMs train on copyright protected data.</a:t>
                </a:r>
              </a:p>
              <a:p>
                <a:pPr marL="527608" lvl="6" indent="-527608" algn="just">
                  <a:buFont typeface="Wingdings" pitchFamily="2" charset="2"/>
                  <a:buChar char="§"/>
                </a:pPr>
                <a:endParaRPr lang="en-US" sz="4000" dirty="0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+mn-ea"/>
                </a:endParaRPr>
              </a:p>
              <a:p>
                <a:pPr marL="527608" lvl="6" indent="-527608" algn="just">
                  <a:buFont typeface="Wingdings" pitchFamily="2" charset="2"/>
                  <a:buChar char="§"/>
                </a:pPr>
                <a:r>
                  <a:rPr lang="en-US" sz="40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  <a:sym typeface="+mn-ea"/>
                  </a:rPr>
                  <a:t>Companies do not disclose training data for competitive reasons, making it hard  to verify the use of specific documents.</a:t>
                </a:r>
              </a:p>
              <a:p>
                <a:pPr marL="527608" lvl="6" indent="-527608" algn="just">
                  <a:buFont typeface="Wingdings" pitchFamily="2" charset="2"/>
                  <a:buChar char="§"/>
                </a:pPr>
                <a:endParaRPr lang="en-US" sz="4000" dirty="0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+mn-ea"/>
                </a:endParaRPr>
              </a:p>
              <a:p>
                <a:pPr marL="527608" lvl="6" indent="-527608" algn="just">
                  <a:buFont typeface="Wingdings" pitchFamily="2" charset="2"/>
                  <a:buChar char="§"/>
                </a:pPr>
                <a:r>
                  <a:rPr lang="en-US" sz="40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  <a:sym typeface="+mn-ea"/>
                  </a:rPr>
                  <a:t>Most effective training data detectors need to use token probabilities </a:t>
                </a:r>
                <a14:m>
                  <m:oMath xmlns:m="http://schemas.openxmlformats.org/officeDocument/2006/math">
                    <m:r>
                      <a:rPr lang="pt-PT" sz="40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  <a:sym typeface="+mn-ea"/>
                      </a:rPr>
                      <m:t>→</m:t>
                    </m:r>
                    <m:r>
                      <a:rPr lang="pt-PT" sz="400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  <a:sym typeface="+mn-ea"/>
                      </a:rPr>
                      <m:t> </m:t>
                    </m:r>
                  </m:oMath>
                </a14:m>
                <a:r>
                  <a:rPr lang="en-US" sz="40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  <a:sym typeface="+mn-ea"/>
                  </a:rPr>
                  <a:t>unsuitable for black-box models.</a:t>
                </a: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011F70F-CCCC-0490-C014-81D728027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884" y="5345748"/>
                <a:ext cx="11096611" cy="6247864"/>
              </a:xfrm>
              <a:prstGeom prst="rect">
                <a:avLst/>
              </a:prstGeom>
              <a:blipFill>
                <a:blip r:embed="rId8"/>
                <a:stretch>
                  <a:fillRect l="-1716" t="-1623" r="-1945" b="-3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0DBF9F9E-A290-8552-0418-208DA3AA6BFD}"/>
              </a:ext>
            </a:extLst>
          </p:cNvPr>
          <p:cNvSpPr/>
          <p:nvPr/>
        </p:nvSpPr>
        <p:spPr>
          <a:xfrm>
            <a:off x="504675" y="3881489"/>
            <a:ext cx="11728045" cy="7790509"/>
          </a:xfrm>
          <a:prstGeom prst="roundRect">
            <a:avLst>
              <a:gd name="adj" fmla="val 0"/>
            </a:avLst>
          </a:prstGeom>
          <a:noFill/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5"/>
          </a:p>
        </p:txBody>
      </p:sp>
      <p:sp>
        <p:nvSpPr>
          <p:cNvPr id="64" name="Google Shape;64;p13"/>
          <p:cNvSpPr txBox="1"/>
          <p:nvPr/>
        </p:nvSpPr>
        <p:spPr>
          <a:xfrm>
            <a:off x="504675" y="3881489"/>
            <a:ext cx="11721012" cy="1302362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57992" tIns="28984" rIns="57992" bIns="28984" anchor="ctr" anchorCtr="0">
            <a:spAutoFit/>
          </a:bodyPr>
          <a:lstStyle/>
          <a:p>
            <a:pPr algn="ctr">
              <a:buSzPts val="5400"/>
            </a:pPr>
            <a:r>
              <a:rPr lang="en" sz="5400" b="1" dirty="0">
                <a:solidFill>
                  <a:schemeClr val="bg1"/>
                </a:solidFill>
              </a:rPr>
              <a:t>Overview</a:t>
            </a:r>
            <a:endParaRPr sz="6600" dirty="0">
              <a:solidFill>
                <a:schemeClr val="bg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24EDCF3-BEDD-8F50-3AFA-B7324CDEB5BC}"/>
              </a:ext>
            </a:extLst>
          </p:cNvPr>
          <p:cNvSpPr txBox="1"/>
          <p:nvPr/>
        </p:nvSpPr>
        <p:spPr>
          <a:xfrm>
            <a:off x="779267" y="23769068"/>
            <a:ext cx="11520449" cy="821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703470">
              <a:defRPr/>
            </a:pPr>
            <a:r>
              <a:rPr lang="en-US" sz="4800" b="1" dirty="0">
                <a:solidFill>
                  <a:srgbClr val="374151"/>
                </a:solidFill>
                <a:highlight>
                  <a:srgbClr val="FFFFFF"/>
                </a:highlight>
                <a:latin typeface="Source Sans Pro" panose="020B0503030403020204" pitchFamily="34" charset="0"/>
              </a:rPr>
              <a:t>📄 </a:t>
            </a:r>
            <a:r>
              <a:rPr lang="en-US" sz="4800" b="1" dirty="0" err="1">
                <a:solidFill>
                  <a:srgbClr val="000000">
                    <a:lumMod val="95000"/>
                    <a:lumOff val="5000"/>
                  </a:srgbClr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arXivTection</a:t>
            </a:r>
            <a:r>
              <a:rPr lang="en-US" sz="4800" b="1" dirty="0">
                <a:solidFill>
                  <a:srgbClr val="374151"/>
                </a:solidFill>
                <a:highlight>
                  <a:srgbClr val="FFFFFF"/>
                </a:highlight>
                <a:latin typeface="Source Sans Pro" panose="020B0503030403020204" pitchFamily="34" charset="0"/>
              </a:rPr>
              <a:t>: </a:t>
            </a:r>
            <a:r>
              <a:rPr lang="en-US" sz="4000" dirty="0">
                <a:ea typeface="+mn-ea"/>
                <a:sym typeface="+mn-ea"/>
              </a:rPr>
              <a:t>50 </a:t>
            </a:r>
            <a:r>
              <a:rPr lang="en-US" sz="4000" dirty="0" err="1">
                <a:ea typeface="+mn-ea"/>
                <a:sym typeface="+mn-ea"/>
              </a:rPr>
              <a:t>arXiv</a:t>
            </a:r>
            <a:r>
              <a:rPr lang="en-US" sz="4000" dirty="0">
                <a:ea typeface="+mn-ea"/>
                <a:sym typeface="+mn-ea"/>
              </a:rPr>
              <a:t> Papers.</a:t>
            </a:r>
          </a:p>
          <a:p>
            <a:pPr marL="1011170" marR="0" lvl="0" indent="-571500" algn="l" defTabSz="7034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sz="3600" dirty="0">
                <a:ea typeface="+mn-ea"/>
                <a:sym typeface="+mn-ea"/>
              </a:rPr>
              <a:t>25</a:t>
            </a: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+mn-ea"/>
              </a:rPr>
              <a:t> clean || 25 Suspect</a:t>
            </a:r>
            <a:endParaRPr lang="en-US" sz="4000" b="1" dirty="0">
              <a:solidFill>
                <a:srgbClr val="374151"/>
              </a:solidFill>
              <a:highlight>
                <a:srgbClr val="FFFFFF"/>
              </a:highlight>
              <a:latin typeface="Source Sans Pro" panose="020B0503030403020204" pitchFamily="34" charset="0"/>
            </a:endParaRPr>
          </a:p>
          <a:p>
            <a:endParaRPr lang="en-US" sz="4000" b="1" dirty="0">
              <a:solidFill>
                <a:srgbClr val="374151"/>
              </a:solidFill>
              <a:highlight>
                <a:srgbClr val="FFFFFF"/>
              </a:highlight>
              <a:latin typeface="Source Sans Pro" panose="020B0503030403020204" pitchFamily="34" charset="0"/>
            </a:endParaRPr>
          </a:p>
          <a:p>
            <a:r>
              <a:rPr lang="en-US" sz="4800" b="1" dirty="0">
                <a:solidFill>
                  <a:srgbClr val="374151"/>
                </a:solidFill>
                <a:highlight>
                  <a:srgbClr val="FFFFFF"/>
                </a:highlight>
                <a:latin typeface="Source Sans Pro" panose="020B0503030403020204" pitchFamily="34" charset="0"/>
              </a:rPr>
              <a:t>📚 </a:t>
            </a:r>
            <a:r>
              <a:rPr lang="en-US" sz="4800" b="1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BookTection</a:t>
            </a:r>
            <a:r>
              <a:rPr lang="en-US" sz="4800" b="1" dirty="0">
                <a:solidFill>
                  <a:srgbClr val="374151"/>
                </a:solidFill>
                <a:highlight>
                  <a:srgbClr val="FFFFFF"/>
                </a:highlight>
                <a:latin typeface="Source Sans Pro" panose="020B0503030403020204" pitchFamily="34" charset="0"/>
                <a:cs typeface="Arial" panose="020B0604020202020204" pitchFamily="34" charset="0"/>
              </a:rPr>
              <a:t>: </a:t>
            </a:r>
            <a:r>
              <a:rPr lang="en-US" sz="4000" dirty="0">
                <a:solidFill>
                  <a:schemeClr val="dk1"/>
                </a:solidFill>
                <a:latin typeface="+mn-lt"/>
                <a:ea typeface="+mn-ea"/>
                <a:cs typeface="+mn-cs"/>
                <a:sym typeface="+mn-ea"/>
              </a:rPr>
              <a:t>165 Books.</a:t>
            </a:r>
          </a:p>
          <a:p>
            <a:pPr marL="1011170" marR="0" lvl="0" indent="-571500" algn="l" defTabSz="7034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+mn-ea"/>
              </a:rPr>
              <a:t>60 clean || 105 Suspect</a:t>
            </a:r>
          </a:p>
          <a:p>
            <a:endParaRPr lang="en-US" sz="4000" b="1" dirty="0">
              <a:solidFill>
                <a:srgbClr val="374151"/>
              </a:solidFill>
              <a:highlight>
                <a:srgbClr val="FFFFFF"/>
              </a:highlight>
              <a:latin typeface="Source Sans Pro" panose="020B0503030403020204" pitchFamily="34" charset="0"/>
              <a:ea typeface="+mn-ea"/>
              <a:cs typeface="+mn-cs"/>
              <a:sym typeface="+mn-ea"/>
            </a:endParaRPr>
          </a:p>
          <a:p>
            <a:pPr marL="464096" indent="-439670">
              <a:buFont typeface="Wingdings" pitchFamily="2" charset="2"/>
              <a:buChar char="§"/>
            </a:pPr>
            <a:r>
              <a:rPr lang="en-US" sz="4000" b="1" dirty="0">
                <a:solidFill>
                  <a:srgbClr val="0C6D34"/>
                </a:solidFill>
                <a:latin typeface="+mn-lt"/>
                <a:ea typeface="+mn-ea"/>
                <a:cs typeface="+mn-cs"/>
                <a:sym typeface="+mn-ea"/>
              </a:rPr>
              <a:t>Clean</a:t>
            </a:r>
            <a:r>
              <a:rPr lang="en-US" sz="4000" dirty="0">
                <a:solidFill>
                  <a:schemeClr val="dk1"/>
                </a:solidFill>
                <a:latin typeface="+mn-lt"/>
                <a:ea typeface="+mn-ea"/>
                <a:cs typeface="+mn-cs"/>
                <a:sym typeface="+mn-ea"/>
              </a:rPr>
              <a:t> </a:t>
            </a:r>
            <a:r>
              <a:rPr lang="en-US" sz="4000" b="1" dirty="0">
                <a:solidFill>
                  <a:srgbClr val="0C6D34"/>
                </a:solidFill>
                <a:latin typeface="+mn-lt"/>
                <a:ea typeface="+mn-ea"/>
                <a:cs typeface="+mn-cs"/>
                <a:sym typeface="+mn-ea"/>
              </a:rPr>
              <a:t>Data</a:t>
            </a:r>
            <a:r>
              <a:rPr lang="en-US" sz="4000" dirty="0">
                <a:solidFill>
                  <a:schemeClr val="dk1"/>
                </a:solidFill>
                <a:latin typeface="+mn-lt"/>
                <a:ea typeface="+mn-ea"/>
                <a:cs typeface="+mn-cs"/>
                <a:sym typeface="+mn-ea"/>
              </a:rPr>
              <a:t>: Released 2023 onward.</a:t>
            </a:r>
          </a:p>
          <a:p>
            <a:pPr marL="464096" indent="-439670">
              <a:buFont typeface="Wingdings" pitchFamily="2" charset="2"/>
              <a:buChar char="§"/>
            </a:pPr>
            <a:endParaRPr lang="en-US" sz="4000" dirty="0">
              <a:solidFill>
                <a:schemeClr val="dk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464096" indent="-439670">
              <a:buFont typeface="Wingdings" pitchFamily="2" charset="2"/>
              <a:buChar char="§"/>
            </a:pPr>
            <a:r>
              <a:rPr lang="en-US" sz="4000" b="1" dirty="0">
                <a:solidFill>
                  <a:srgbClr val="8B0000"/>
                </a:solidFill>
                <a:latin typeface="+mn-lt"/>
                <a:ea typeface="+mn-ea"/>
                <a:cs typeface="+mn-cs"/>
                <a:sym typeface="+mn-ea"/>
              </a:rPr>
              <a:t>Suspect</a:t>
            </a:r>
            <a:r>
              <a:rPr lang="en-US" sz="4000" dirty="0">
                <a:solidFill>
                  <a:schemeClr val="dk1"/>
                </a:solidFill>
                <a:latin typeface="+mn-lt"/>
                <a:ea typeface="+mn-ea"/>
                <a:cs typeface="+mn-cs"/>
                <a:sym typeface="+mn-ea"/>
              </a:rPr>
              <a:t> </a:t>
            </a:r>
            <a:r>
              <a:rPr lang="en-US" sz="4000" b="1" dirty="0">
                <a:solidFill>
                  <a:srgbClr val="8B0000"/>
                </a:solidFill>
                <a:latin typeface="+mn-lt"/>
                <a:ea typeface="+mn-ea"/>
                <a:cs typeface="+mn-cs"/>
                <a:sym typeface="+mn-ea"/>
              </a:rPr>
              <a:t>Data</a:t>
            </a:r>
            <a:r>
              <a:rPr lang="en-US" sz="4000" dirty="0">
                <a:solidFill>
                  <a:schemeClr val="dk1"/>
                </a:solidFill>
                <a:latin typeface="+mn-lt"/>
                <a:ea typeface="+mn-ea"/>
                <a:cs typeface="+mn-cs"/>
                <a:sym typeface="+mn-ea"/>
              </a:rPr>
              <a:t>: Released until 2022.</a:t>
            </a:r>
          </a:p>
          <a:p>
            <a:pPr marL="464096" indent="-439670">
              <a:buFont typeface="Wingdings" pitchFamily="2" charset="2"/>
              <a:buChar char="§"/>
            </a:pPr>
            <a:endParaRPr lang="en-US" sz="4000" dirty="0">
              <a:solidFill>
                <a:schemeClr val="dk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464096" indent="-439670">
              <a:buFont typeface="Wingdings" pitchFamily="2" charset="2"/>
              <a:buChar char="§"/>
            </a:pPr>
            <a:r>
              <a:rPr lang="en-US" sz="4000" dirty="0">
                <a:solidFill>
                  <a:schemeClr val="dk1"/>
                </a:solidFill>
                <a:latin typeface="+mn-lt"/>
                <a:ea typeface="+mn-ea"/>
                <a:cs typeface="+mn-cs"/>
                <a:sym typeface="+mn-ea"/>
              </a:rPr>
              <a:t>34 random passages extracted per document.</a:t>
            </a:r>
          </a:p>
          <a:p>
            <a:pPr marL="464096" lvl="1" indent="-439670">
              <a:buFont typeface="Wingdings" pitchFamily="2" charset="2"/>
              <a:buChar char="§"/>
            </a:pPr>
            <a:endParaRPr lang="en-US" sz="4000" dirty="0">
              <a:solidFill>
                <a:schemeClr val="dk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464096" lvl="1" indent="-439670">
              <a:buFont typeface="Wingdings" pitchFamily="2" charset="2"/>
              <a:buChar char="§"/>
            </a:pPr>
            <a:r>
              <a:rPr lang="en-US" sz="4000" dirty="0">
                <a:solidFill>
                  <a:schemeClr val="dk1"/>
                </a:solidFill>
                <a:latin typeface="+mn-lt"/>
                <a:ea typeface="+mn-ea"/>
                <a:cs typeface="+mn-cs"/>
                <a:sym typeface="+mn-ea"/>
              </a:rPr>
              <a:t>Passages paraphrased 3 times with Claude 2.0.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8F163C3-4383-89F3-0143-2B8BB0A440CA}"/>
              </a:ext>
            </a:extLst>
          </p:cNvPr>
          <p:cNvGrpSpPr/>
          <p:nvPr/>
        </p:nvGrpSpPr>
        <p:grpSpPr>
          <a:xfrm>
            <a:off x="512556" y="21794766"/>
            <a:ext cx="11728045" cy="10189137"/>
            <a:chOff x="186295" y="5776107"/>
            <a:chExt cx="7265241" cy="6303727"/>
          </a:xfrm>
        </p:grpSpPr>
        <p:sp>
          <p:nvSpPr>
            <p:cNvPr id="54" name="Google Shape;64;p13">
              <a:extLst>
                <a:ext uri="{FF2B5EF4-FFF2-40B4-BE49-F238E27FC236}">
                  <a16:creationId xmlns:a16="http://schemas.microsoft.com/office/drawing/2014/main" id="{57C2533A-940E-93C1-A206-940CE5CC76CB}"/>
                </a:ext>
              </a:extLst>
            </p:cNvPr>
            <p:cNvSpPr txBox="1"/>
            <p:nvPr/>
          </p:nvSpPr>
          <p:spPr>
            <a:xfrm>
              <a:off x="186295" y="5776107"/>
              <a:ext cx="7260360" cy="86827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tx1">
                <a:lumMod val="75000"/>
                <a:lumOff val="25000"/>
              </a:schemeClr>
            </a:solidFill>
            <a:ln w="38100">
              <a:solidFill>
                <a:srgbClr val="404040"/>
              </a:solidFill>
            </a:ln>
          </p:spPr>
          <p:txBody>
            <a:bodyPr spcFirstLastPara="1" wrap="square" lIns="57992" tIns="28984" rIns="57992" bIns="28984" anchor="ctr" anchorCtr="0">
              <a:spAutoFit/>
            </a:bodyPr>
            <a:lstStyle/>
            <a:p>
              <a:pPr algn="ctr">
                <a:buSzPts val="5400"/>
              </a:pPr>
              <a:r>
                <a:rPr lang="en" sz="5400" b="1" dirty="0">
                  <a:solidFill>
                    <a:schemeClr val="bg1"/>
                  </a:solidFill>
                </a:rPr>
                <a:t>Proposed Benchmarks</a:t>
              </a:r>
              <a:endParaRPr sz="5400" dirty="0">
                <a:solidFill>
                  <a:schemeClr val="bg1"/>
                </a:solidFill>
              </a:endParaRPr>
            </a:p>
          </p:txBody>
        </p:sp>
        <p:sp>
          <p:nvSpPr>
            <p:cNvPr id="134" name="Round Same Side Corner Rectangle 133">
              <a:extLst>
                <a:ext uri="{FF2B5EF4-FFF2-40B4-BE49-F238E27FC236}">
                  <a16:creationId xmlns:a16="http://schemas.microsoft.com/office/drawing/2014/main" id="{174CAC64-76B4-8203-4453-07E7F1BC5CB0}"/>
                </a:ext>
              </a:extLst>
            </p:cNvPr>
            <p:cNvSpPr/>
            <p:nvPr/>
          </p:nvSpPr>
          <p:spPr>
            <a:xfrm>
              <a:off x="186295" y="5794395"/>
              <a:ext cx="7265241" cy="6285439"/>
            </a:xfrm>
            <a:prstGeom prst="round2SameRect">
              <a:avLst>
                <a:gd name="adj1" fmla="val 0"/>
                <a:gd name="adj2" fmla="val 0"/>
              </a:avLst>
            </a:prstGeom>
            <a:noFill/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65"/>
            </a:p>
          </p:txBody>
        </p:sp>
      </p:grpSp>
      <p:graphicFrame>
        <p:nvGraphicFramePr>
          <p:cNvPr id="126" name="Table 125">
            <a:extLst>
              <a:ext uri="{FF2B5EF4-FFF2-40B4-BE49-F238E27FC236}">
                <a16:creationId xmlns:a16="http://schemas.microsoft.com/office/drawing/2014/main" id="{511A19BA-F91A-CA4D-60B1-F3E16D8A61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748579"/>
              </p:ext>
            </p:extLst>
          </p:nvPr>
        </p:nvGraphicFramePr>
        <p:xfrm>
          <a:off x="12741026" y="17718831"/>
          <a:ext cx="17496809" cy="4645485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3511966">
                  <a:extLst>
                    <a:ext uri="{9D8B030D-6E8A-4147-A177-3AD203B41FA5}">
                      <a16:colId xmlns:a16="http://schemas.microsoft.com/office/drawing/2014/main" val="2776191820"/>
                    </a:ext>
                  </a:extLst>
                </a:gridCol>
                <a:gridCol w="2095833">
                  <a:extLst>
                    <a:ext uri="{9D8B030D-6E8A-4147-A177-3AD203B41FA5}">
                      <a16:colId xmlns:a16="http://schemas.microsoft.com/office/drawing/2014/main" val="4146929073"/>
                    </a:ext>
                  </a:extLst>
                </a:gridCol>
                <a:gridCol w="2377802">
                  <a:extLst>
                    <a:ext uri="{9D8B030D-6E8A-4147-A177-3AD203B41FA5}">
                      <a16:colId xmlns:a16="http://schemas.microsoft.com/office/drawing/2014/main" val="601477524"/>
                    </a:ext>
                  </a:extLst>
                </a:gridCol>
                <a:gridCol w="2377802">
                  <a:extLst>
                    <a:ext uri="{9D8B030D-6E8A-4147-A177-3AD203B41FA5}">
                      <a16:colId xmlns:a16="http://schemas.microsoft.com/office/drawing/2014/main" val="3149969310"/>
                    </a:ext>
                  </a:extLst>
                </a:gridCol>
                <a:gridCol w="2377802">
                  <a:extLst>
                    <a:ext uri="{9D8B030D-6E8A-4147-A177-3AD203B41FA5}">
                      <a16:colId xmlns:a16="http://schemas.microsoft.com/office/drawing/2014/main" val="5315380"/>
                    </a:ext>
                  </a:extLst>
                </a:gridCol>
                <a:gridCol w="2377802">
                  <a:extLst>
                    <a:ext uri="{9D8B030D-6E8A-4147-A177-3AD203B41FA5}">
                      <a16:colId xmlns:a16="http://schemas.microsoft.com/office/drawing/2014/main" val="2344164767"/>
                    </a:ext>
                  </a:extLst>
                </a:gridCol>
                <a:gridCol w="2377802">
                  <a:extLst>
                    <a:ext uri="{9D8B030D-6E8A-4147-A177-3AD203B41FA5}">
                      <a16:colId xmlns:a16="http://schemas.microsoft.com/office/drawing/2014/main" val="1401536041"/>
                    </a:ext>
                  </a:extLst>
                </a:gridCol>
              </a:tblGrid>
              <a:tr h="1198895">
                <a:tc>
                  <a:txBody>
                    <a:bodyPr/>
                    <a:lstStyle/>
                    <a:p>
                      <a:pPr algn="ctr"/>
                      <a:r>
                        <a:rPr lang="en-US" sz="3500" b="0" noProof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AUC</a:t>
                      </a:r>
                    </a:p>
                  </a:txBody>
                  <a:tcPr marL="84406" marR="84406" marT="42203" marB="42203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3500" b="1" noProof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Mistral 7B</a:t>
                      </a:r>
                      <a:endParaRPr lang="en-US" sz="3500" b="1" noProof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84406" marR="84406" marT="42203" marB="42203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b="1" noProof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Mixtral</a:t>
                      </a:r>
                      <a:r>
                        <a:rPr lang="en-US" sz="3500" b="1" noProof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8x7B</a:t>
                      </a:r>
                    </a:p>
                  </a:txBody>
                  <a:tcPr marL="84406" marR="84406" marT="42203" marB="42203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b="1" noProof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LLaMA-2 13B</a:t>
                      </a:r>
                    </a:p>
                  </a:txBody>
                  <a:tcPr marL="84406" marR="84406" marT="42203" marB="42203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1" noProof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LLaMA-2 70B</a:t>
                      </a:r>
                    </a:p>
                  </a:txBody>
                  <a:tcPr marL="84406" marR="84406" marT="42203" marB="42203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3500" b="1" noProof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GPT-3</a:t>
                      </a:r>
                      <a:endParaRPr lang="en-US" sz="3500" b="1" noProof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84406" marR="84406" marT="42203" marB="42203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3500" b="0" noProof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Avg</a:t>
                      </a:r>
                      <a:r>
                        <a:rPr lang="pt-PT" sz="3500" b="0" noProof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.</a:t>
                      </a:r>
                      <a:endParaRPr lang="en-US" sz="3500" b="0" noProof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84406" marR="84406" marT="42203" marB="42203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5692942"/>
                  </a:ext>
                </a:extLst>
              </a:tr>
              <a:tr h="689318">
                <a:tc>
                  <a:txBody>
                    <a:bodyPr/>
                    <a:lstStyle/>
                    <a:p>
                      <a:pPr algn="l"/>
                      <a:r>
                        <a:rPr lang="pt-PT" sz="3500" b="0" noProof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Perplexity</a:t>
                      </a:r>
                      <a:endParaRPr lang="en-US" sz="3500" b="0" noProof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84406" marR="84406" marT="42203" marB="42203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b="0" noProof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0.724</a:t>
                      </a:r>
                    </a:p>
                  </a:txBody>
                  <a:tcPr marL="84406" marR="84406" marT="42203" marB="42203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0" noProof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0.829</a:t>
                      </a:r>
                    </a:p>
                  </a:txBody>
                  <a:tcPr marL="84406" marR="84406" marT="42203" marB="42203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0" noProof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0.783</a:t>
                      </a:r>
                    </a:p>
                  </a:txBody>
                  <a:tcPr marL="84406" marR="84406" marT="42203" marB="42203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0" i="0" u="none" strike="noStrike" cap="none" noProof="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Arial"/>
                        </a:rPr>
                        <a:t>0.892</a:t>
                      </a:r>
                    </a:p>
                  </a:txBody>
                  <a:tcPr marL="84406" marR="84406" marT="42203" marB="42203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0" i="0" u="none" strike="noStrike" cap="none" noProof="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Arial"/>
                        </a:rPr>
                        <a:t>0.874</a:t>
                      </a:r>
                    </a:p>
                  </a:txBody>
                  <a:tcPr marL="84406" marR="84406" marT="42203" marB="42203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0" i="0" u="none" strike="noStrike" cap="none" noProof="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Arial"/>
                        </a:rPr>
                        <a:t>0.820</a:t>
                      </a:r>
                    </a:p>
                  </a:txBody>
                  <a:tcPr marL="84406" marR="84406" marT="42203" marB="42203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35843371"/>
                  </a:ext>
                </a:extLst>
              </a:tr>
              <a:tr h="689318">
                <a:tc>
                  <a:txBody>
                    <a:bodyPr/>
                    <a:lstStyle/>
                    <a:p>
                      <a:pPr algn="l"/>
                      <a:r>
                        <a:rPr lang="pt-PT" sz="3500" b="0" noProof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Zlib</a:t>
                      </a:r>
                      <a:endParaRPr lang="en-US" sz="3500" b="0" noProof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b="0" noProof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0.599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0" noProof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0.690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b="0" noProof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0.630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0" i="0" u="none" strike="noStrike" cap="none" noProof="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Arial"/>
                        </a:rPr>
                        <a:t>0.747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0" i="0" u="none" strike="noStrike" cap="none" noProof="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Arial"/>
                        </a:rPr>
                        <a:t>0.779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0" i="0" u="none" strike="noStrike" cap="none" noProof="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Arial"/>
                        </a:rPr>
                        <a:t>0.689</a:t>
                      </a: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289904756"/>
                  </a:ext>
                </a:extLst>
              </a:tr>
              <a:tr h="689318">
                <a:tc>
                  <a:txBody>
                    <a:bodyPr/>
                    <a:lstStyle/>
                    <a:p>
                      <a:pPr algn="l"/>
                      <a:r>
                        <a:rPr lang="pt-PT" sz="3500" b="0" noProof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Lowercase</a:t>
                      </a:r>
                      <a:endParaRPr lang="en-US" sz="3500" b="0" noProof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0" noProof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0.846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0" noProof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0.889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0" noProof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0.880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0" i="0" u="none" strike="noStrike" cap="none" noProof="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Arial"/>
                        </a:rPr>
                        <a:t>0.927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1" i="0" u="none" strike="noStrike" cap="none" noProof="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Arial"/>
                        </a:rPr>
                        <a:t>0.957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0" i="0" u="none" strike="noStrike" cap="none" noProof="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Arial"/>
                        </a:rPr>
                        <a:t>0.900</a:t>
                      </a: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2112358013"/>
                  </a:ext>
                </a:extLst>
              </a:tr>
              <a:tr h="6893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3500" b="0" noProof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Min-K%-</a:t>
                      </a:r>
                      <a:r>
                        <a:rPr lang="pt-PT" sz="3500" b="0" noProof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Prob</a:t>
                      </a:r>
                      <a:endParaRPr lang="en-US" sz="3500" b="0" noProof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0" noProof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0.763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0" noProof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0.844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0" noProof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0.798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0" i="0" u="none" strike="noStrike" cap="none" noProof="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Arial"/>
                        </a:rPr>
                        <a:t>0.895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0" i="0" u="none" strike="noStrike" cap="none" noProof="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Arial"/>
                        </a:rPr>
                        <a:t>0.898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0" i="0" u="none" strike="noStrike" cap="none" noProof="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Arial"/>
                        </a:rPr>
                        <a:t>0.840</a:t>
                      </a: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2983761364"/>
                  </a:ext>
                </a:extLst>
              </a:tr>
              <a:tr h="689318">
                <a:tc>
                  <a:txBody>
                    <a:bodyPr/>
                    <a:lstStyle/>
                    <a:p>
                      <a:pPr algn="l"/>
                      <a:r>
                        <a:rPr lang="pt-PT" sz="3500" b="0" noProof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DE-COP</a:t>
                      </a:r>
                      <a:endParaRPr lang="en-US" sz="3500" b="0" noProof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1" noProof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0.901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1" noProof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0.968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1" noProof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0.900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1" i="0" u="none" strike="noStrike" cap="none" noProof="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Arial"/>
                        </a:rPr>
                        <a:t>0.972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0" i="0" u="none" strike="noStrike" cap="none" noProof="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Arial"/>
                        </a:rPr>
                        <a:t>0.863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1" i="0" u="none" strike="noStrike" cap="none" noProof="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Arial"/>
                        </a:rPr>
                        <a:t>0.921</a:t>
                      </a: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267903157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7" name="Table 126">
                <a:extLst>
                  <a:ext uri="{FF2B5EF4-FFF2-40B4-BE49-F238E27FC236}">
                    <a16:creationId xmlns:a16="http://schemas.microsoft.com/office/drawing/2014/main" id="{4521272D-9BA2-50CD-15AE-61EDDDF9E6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4869919"/>
                  </p:ext>
                </p:extLst>
              </p:nvPr>
            </p:nvGraphicFramePr>
            <p:xfrm>
              <a:off x="30922195" y="17718831"/>
              <a:ext cx="12388508" cy="4645485"/>
            </p:xfrm>
            <a:graphic>
              <a:graphicData uri="http://schemas.openxmlformats.org/drawingml/2006/table">
                <a:tbl>
                  <a:tblPr>
                    <a:tableStyleId>{8EC20E35-A176-4012-BC5E-935CFFF8708E}</a:tableStyleId>
                  </a:tblPr>
                  <a:tblGrid>
                    <a:gridCol w="5324871">
                      <a:extLst>
                        <a:ext uri="{9D8B030D-6E8A-4147-A177-3AD203B41FA5}">
                          <a16:colId xmlns:a16="http://schemas.microsoft.com/office/drawing/2014/main" val="2776191820"/>
                        </a:ext>
                      </a:extLst>
                    </a:gridCol>
                    <a:gridCol w="2456941">
                      <a:extLst>
                        <a:ext uri="{9D8B030D-6E8A-4147-A177-3AD203B41FA5}">
                          <a16:colId xmlns:a16="http://schemas.microsoft.com/office/drawing/2014/main" val="4146929073"/>
                        </a:ext>
                      </a:extLst>
                    </a:gridCol>
                    <a:gridCol w="2891553">
                      <a:extLst>
                        <a:ext uri="{9D8B030D-6E8A-4147-A177-3AD203B41FA5}">
                          <a16:colId xmlns:a16="http://schemas.microsoft.com/office/drawing/2014/main" val="601477524"/>
                        </a:ext>
                      </a:extLst>
                    </a:gridCol>
                    <a:gridCol w="1715143">
                      <a:extLst>
                        <a:ext uri="{9D8B030D-6E8A-4147-A177-3AD203B41FA5}">
                          <a16:colId xmlns:a16="http://schemas.microsoft.com/office/drawing/2014/main" val="3149969310"/>
                        </a:ext>
                      </a:extLst>
                    </a:gridCol>
                  </a:tblGrid>
                  <a:tr h="11958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3500" b="0" i="0" u="none" strike="noStrike" cap="none" noProof="0" dirty="0" err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Arial"/>
                            </a:rPr>
                            <a:t>Accuracy</a:t>
                          </a:r>
                          <a:r>
                            <a:rPr lang="pt-PT" sz="3500" b="0" i="0" u="none" strike="noStrike" cap="none" noProof="0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Arial"/>
                            </a:rPr>
                            <a:t>  (</a:t>
                          </a:r>
                          <a:r>
                            <a:rPr lang="pt-PT" sz="3500" b="0" i="0" u="none" strike="noStrike" cap="none" noProof="0" dirty="0" err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Arial"/>
                            </a:rPr>
                            <a:t>Suspect</a:t>
                          </a:r>
                          <a:r>
                            <a:rPr lang="pt-PT" sz="3500" b="0" i="0" u="none" strike="noStrike" cap="none" noProof="0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lang="pt-PT" sz="3500" b="0" i="0" u="none" strike="noStrike" cap="none" noProof="0" dirty="0" err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Arial"/>
                            </a:rPr>
                            <a:t>Group</a:t>
                          </a:r>
                          <a:r>
                            <a:rPr lang="pt-PT" sz="3500" b="0" i="0" u="none" strike="noStrike" cap="none" noProof="0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Arial"/>
                            </a:rPr>
                            <a:t>)</a:t>
                          </a:r>
                          <a:endParaRPr lang="en-US" sz="3500" b="0" i="0" u="none" strike="noStrike" cap="none" noProof="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  <a:sym typeface="Arial"/>
                          </a:endParaRPr>
                        </a:p>
                      </a:txBody>
                      <a:tcPr marL="76733" marR="76733" marT="42203" marB="42203"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500" b="1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ChatGPT</a:t>
                          </a:r>
                        </a:p>
                      </a:txBody>
                      <a:tcPr marL="76733" marR="76733" marT="42203" marB="42203"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500" b="1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Claude 2.1</a:t>
                          </a:r>
                        </a:p>
                      </a:txBody>
                      <a:tcPr marL="76733" marR="76733" marT="42203" marB="42203"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500" b="1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Avg.</a:t>
                          </a:r>
                        </a:p>
                      </a:txBody>
                      <a:tcPr marL="76733" marR="76733" marT="42203" marB="42203"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95692942"/>
                      </a:ext>
                    </a:extLst>
                  </a:tr>
                  <a:tr h="99031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3500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Completion (</a:t>
                          </a:r>
                          <a14:m>
                            <m:oMath xmlns:m="http://schemas.openxmlformats.org/officeDocument/2006/math">
                              <m:r>
                                <a:rPr lang="pt-PT" sz="35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PT" sz="35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=32</m:t>
                              </m:r>
                            </m:oMath>
                          </a14:m>
                          <a:r>
                            <a:rPr lang="en-US" sz="3500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</a:txBody>
                      <a:tcPr marL="76733" marR="76733" marT="42203" marB="42203"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500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0.014</a:t>
                          </a:r>
                        </a:p>
                      </a:txBody>
                      <a:tcPr marL="76733" marR="76733" marT="42203" marB="42203"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500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0.079</a:t>
                          </a:r>
                        </a:p>
                      </a:txBody>
                      <a:tcPr marL="76733" marR="76733" marT="42203" marB="42203"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PT" sz="3500" b="0" i="0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0.047</m:t>
                                </m:r>
                              </m:oMath>
                            </m:oMathPara>
                          </a14:m>
                          <a:endParaRPr lang="en-US" sz="3500" b="0" noProof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733" marR="76733" marT="42203" marB="42203"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112358013"/>
                      </a:ext>
                    </a:extLst>
                  </a:tr>
                  <a:tr h="99031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500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Completion (</a:t>
                          </a:r>
                          <a14:m>
                            <m:oMath xmlns:m="http://schemas.openxmlformats.org/officeDocument/2006/math">
                              <m:r>
                                <a:rPr lang="pt-PT" sz="35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PT" sz="35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=50</m:t>
                              </m:r>
                            </m:oMath>
                          </a14:m>
                          <a:r>
                            <a:rPr lang="en-US" sz="3500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</a:txBody>
                      <a:tcPr marL="76733" marR="76733" marT="42203" marB="42203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500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0.007</a:t>
                          </a:r>
                        </a:p>
                      </a:txBody>
                      <a:tcPr marL="76733" marR="76733" marT="42203" marB="42203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500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0.036</a:t>
                          </a:r>
                        </a:p>
                      </a:txBody>
                      <a:tcPr marL="76733" marR="76733" marT="42203" marB="42203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PT" sz="3500" b="0" i="0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0.022</m:t>
                                </m:r>
                              </m:oMath>
                            </m:oMathPara>
                          </a14:m>
                          <a:endParaRPr lang="en-US" sz="3500" noProof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733" marR="76733" marT="42203" marB="42203" anchor="ctr"/>
                    </a:tc>
                    <a:extLst>
                      <a:ext uri="{0D108BD9-81ED-4DB2-BD59-A6C34878D82A}">
                        <a16:rowId xmlns:a16="http://schemas.microsoft.com/office/drawing/2014/main" val="2983761364"/>
                      </a:ext>
                    </a:extLst>
                  </a:tr>
                  <a:tr h="73448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500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Name Cloze</a:t>
                          </a:r>
                        </a:p>
                      </a:txBody>
                      <a:tcPr marL="76733" marR="76733" marT="42203" marB="42203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500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0.310</a:t>
                          </a:r>
                        </a:p>
                      </a:txBody>
                      <a:tcPr marL="76733" marR="76733" marT="42203" marB="42203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500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0.387</a:t>
                          </a:r>
                        </a:p>
                      </a:txBody>
                      <a:tcPr marL="76733" marR="76733" marT="42203" marB="42203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500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0.348</a:t>
                          </a:r>
                        </a:p>
                      </a:txBody>
                      <a:tcPr marL="76733" marR="76733" marT="42203" marB="42203" anchor="ctr"/>
                    </a:tc>
                    <a:extLst>
                      <a:ext uri="{0D108BD9-81ED-4DB2-BD59-A6C34878D82A}">
                        <a16:rowId xmlns:a16="http://schemas.microsoft.com/office/drawing/2014/main" val="3247312715"/>
                      </a:ext>
                    </a:extLst>
                  </a:tr>
                  <a:tr h="7344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3500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DE-COP</a:t>
                          </a:r>
                        </a:p>
                      </a:txBody>
                      <a:tcPr marL="76733" marR="76733" marT="42203" marB="42203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500" b="1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0.720</a:t>
                          </a:r>
                        </a:p>
                      </a:txBody>
                      <a:tcPr marL="76733" marR="76733" marT="42203" marB="42203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500" b="1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0.734</a:t>
                          </a:r>
                        </a:p>
                      </a:txBody>
                      <a:tcPr marL="76733" marR="76733" marT="42203" marB="42203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500" b="1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0.727</a:t>
                          </a:r>
                        </a:p>
                      </a:txBody>
                      <a:tcPr marL="76733" marR="76733" marT="42203" marB="42203" anchor="ctr"/>
                    </a:tc>
                    <a:extLst>
                      <a:ext uri="{0D108BD9-81ED-4DB2-BD59-A6C34878D82A}">
                        <a16:rowId xmlns:a16="http://schemas.microsoft.com/office/drawing/2014/main" val="26790315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7" name="Table 126">
                <a:extLst>
                  <a:ext uri="{FF2B5EF4-FFF2-40B4-BE49-F238E27FC236}">
                    <a16:creationId xmlns:a16="http://schemas.microsoft.com/office/drawing/2014/main" id="{4521272D-9BA2-50CD-15AE-61EDDDF9E6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4869919"/>
                  </p:ext>
                </p:extLst>
              </p:nvPr>
            </p:nvGraphicFramePr>
            <p:xfrm>
              <a:off x="30922195" y="17718831"/>
              <a:ext cx="12388508" cy="4645485"/>
            </p:xfrm>
            <a:graphic>
              <a:graphicData uri="http://schemas.openxmlformats.org/drawingml/2006/table">
                <a:tbl>
                  <a:tblPr>
                    <a:tableStyleId>{8EC20E35-A176-4012-BC5E-935CFFF8708E}</a:tableStyleId>
                  </a:tblPr>
                  <a:tblGrid>
                    <a:gridCol w="5324871">
                      <a:extLst>
                        <a:ext uri="{9D8B030D-6E8A-4147-A177-3AD203B41FA5}">
                          <a16:colId xmlns:a16="http://schemas.microsoft.com/office/drawing/2014/main" val="2776191820"/>
                        </a:ext>
                      </a:extLst>
                    </a:gridCol>
                    <a:gridCol w="2456941">
                      <a:extLst>
                        <a:ext uri="{9D8B030D-6E8A-4147-A177-3AD203B41FA5}">
                          <a16:colId xmlns:a16="http://schemas.microsoft.com/office/drawing/2014/main" val="4146929073"/>
                        </a:ext>
                      </a:extLst>
                    </a:gridCol>
                    <a:gridCol w="2891553">
                      <a:extLst>
                        <a:ext uri="{9D8B030D-6E8A-4147-A177-3AD203B41FA5}">
                          <a16:colId xmlns:a16="http://schemas.microsoft.com/office/drawing/2014/main" val="601477524"/>
                        </a:ext>
                      </a:extLst>
                    </a:gridCol>
                    <a:gridCol w="1715143">
                      <a:extLst>
                        <a:ext uri="{9D8B030D-6E8A-4147-A177-3AD203B41FA5}">
                          <a16:colId xmlns:a16="http://schemas.microsoft.com/office/drawing/2014/main" val="3149969310"/>
                        </a:ext>
                      </a:extLst>
                    </a:gridCol>
                  </a:tblGrid>
                  <a:tr h="11958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3500" b="0" i="0" u="none" strike="noStrike" cap="none" noProof="0" dirty="0" err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Arial"/>
                            </a:rPr>
                            <a:t>Accuracy</a:t>
                          </a:r>
                          <a:r>
                            <a:rPr lang="pt-PT" sz="3500" b="0" i="0" u="none" strike="noStrike" cap="none" noProof="0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Arial"/>
                            </a:rPr>
                            <a:t>  (</a:t>
                          </a:r>
                          <a:r>
                            <a:rPr lang="pt-PT" sz="3500" b="0" i="0" u="none" strike="noStrike" cap="none" noProof="0" dirty="0" err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Arial"/>
                            </a:rPr>
                            <a:t>Suspect</a:t>
                          </a:r>
                          <a:r>
                            <a:rPr lang="pt-PT" sz="3500" b="0" i="0" u="none" strike="noStrike" cap="none" noProof="0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lang="pt-PT" sz="3500" b="0" i="0" u="none" strike="noStrike" cap="none" noProof="0" dirty="0" err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Arial"/>
                            </a:rPr>
                            <a:t>Group</a:t>
                          </a:r>
                          <a:r>
                            <a:rPr lang="pt-PT" sz="3500" b="0" i="0" u="none" strike="noStrike" cap="none" noProof="0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Arial"/>
                            </a:rPr>
                            <a:t>)</a:t>
                          </a:r>
                          <a:endParaRPr lang="en-US" sz="3500" b="0" i="0" u="none" strike="noStrike" cap="none" noProof="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  <a:sym typeface="Arial"/>
                          </a:endParaRPr>
                        </a:p>
                      </a:txBody>
                      <a:tcPr marL="76733" marR="76733" marT="42203" marB="42203"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500" b="1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ChatGPT</a:t>
                          </a:r>
                        </a:p>
                      </a:txBody>
                      <a:tcPr marL="76733" marR="76733" marT="42203" marB="42203"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500" b="1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Claude 2.1</a:t>
                          </a:r>
                        </a:p>
                      </a:txBody>
                      <a:tcPr marL="76733" marR="76733" marT="42203" marB="42203"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500" b="1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Avg.</a:t>
                          </a:r>
                        </a:p>
                      </a:txBody>
                      <a:tcPr marL="76733" marR="76733" marT="42203" marB="42203"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95692942"/>
                      </a:ext>
                    </a:extLst>
                  </a:tr>
                  <a:tr h="9903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733" marR="76733" marT="42203" marB="42203"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9"/>
                          <a:stretch>
                            <a:fillRect t="-123077" r="-132857" b="-2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500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0.014</a:t>
                          </a:r>
                        </a:p>
                      </a:txBody>
                      <a:tcPr marL="76733" marR="76733" marT="42203" marB="42203"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500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0.079</a:t>
                          </a:r>
                        </a:p>
                      </a:txBody>
                      <a:tcPr marL="76733" marR="76733" marT="42203" marB="42203"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733" marR="76733" marT="42203" marB="42203"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9"/>
                          <a:stretch>
                            <a:fillRect l="-623704" t="-123077" r="-741" b="-26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2358013"/>
                      </a:ext>
                    </a:extLst>
                  </a:tr>
                  <a:tr h="9903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733" marR="76733" marT="42203" marB="42203" anchor="ctr">
                        <a:blipFill>
                          <a:blip r:embed="rId9"/>
                          <a:stretch>
                            <a:fillRect t="-223077" r="-132857" b="-1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500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0.007</a:t>
                          </a:r>
                        </a:p>
                      </a:txBody>
                      <a:tcPr marL="76733" marR="76733" marT="42203" marB="42203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500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0.036</a:t>
                          </a:r>
                        </a:p>
                      </a:txBody>
                      <a:tcPr marL="76733" marR="76733" marT="42203" marB="42203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733" marR="76733" marT="42203" marB="42203" anchor="ctr">
                        <a:blipFill>
                          <a:blip r:embed="rId9"/>
                          <a:stretch>
                            <a:fillRect l="-623704" t="-223077" r="-741" b="-16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3761364"/>
                      </a:ext>
                    </a:extLst>
                  </a:tr>
                  <a:tr h="73448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500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Name Cloze</a:t>
                          </a:r>
                        </a:p>
                      </a:txBody>
                      <a:tcPr marL="76733" marR="76733" marT="42203" marB="42203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500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0.310</a:t>
                          </a:r>
                        </a:p>
                      </a:txBody>
                      <a:tcPr marL="76733" marR="76733" marT="42203" marB="42203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500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0.387</a:t>
                          </a:r>
                        </a:p>
                      </a:txBody>
                      <a:tcPr marL="76733" marR="76733" marT="42203" marB="42203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500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0.348</a:t>
                          </a:r>
                        </a:p>
                      </a:txBody>
                      <a:tcPr marL="76733" marR="76733" marT="42203" marB="42203" anchor="ctr"/>
                    </a:tc>
                    <a:extLst>
                      <a:ext uri="{0D108BD9-81ED-4DB2-BD59-A6C34878D82A}">
                        <a16:rowId xmlns:a16="http://schemas.microsoft.com/office/drawing/2014/main" val="3247312715"/>
                      </a:ext>
                    </a:extLst>
                  </a:tr>
                  <a:tr h="7344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3500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DE-COP</a:t>
                          </a:r>
                        </a:p>
                      </a:txBody>
                      <a:tcPr marL="76733" marR="76733" marT="42203" marB="42203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500" b="1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0.720</a:t>
                          </a:r>
                        </a:p>
                      </a:txBody>
                      <a:tcPr marL="76733" marR="76733" marT="42203" marB="42203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500" b="1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0.734</a:t>
                          </a:r>
                        </a:p>
                      </a:txBody>
                      <a:tcPr marL="76733" marR="76733" marT="42203" marB="42203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500" b="1" noProof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0.727</a:t>
                          </a:r>
                        </a:p>
                      </a:txBody>
                      <a:tcPr marL="76733" marR="76733" marT="42203" marB="42203" anchor="ctr"/>
                    </a:tc>
                    <a:extLst>
                      <a:ext uri="{0D108BD9-81ED-4DB2-BD59-A6C34878D82A}">
                        <a16:rowId xmlns:a16="http://schemas.microsoft.com/office/drawing/2014/main" val="2679031578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0CE6A22D-91B3-54CC-B918-C0A139BCD0C8}"/>
              </a:ext>
            </a:extLst>
          </p:cNvPr>
          <p:cNvGrpSpPr/>
          <p:nvPr/>
        </p:nvGrpSpPr>
        <p:grpSpPr>
          <a:xfrm>
            <a:off x="1022274" y="18259863"/>
            <a:ext cx="10684541" cy="2980328"/>
            <a:chOff x="24000002" y="13658688"/>
            <a:chExt cx="10297605" cy="352223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7631760-2CC3-8C25-41C9-E2401DAED0C8}"/>
                </a:ext>
              </a:extLst>
            </p:cNvPr>
            <p:cNvGrpSpPr/>
            <p:nvPr/>
          </p:nvGrpSpPr>
          <p:grpSpPr>
            <a:xfrm>
              <a:off x="24304935" y="13658688"/>
              <a:ext cx="9764981" cy="2758655"/>
              <a:chOff x="3039116" y="792126"/>
              <a:chExt cx="6113767" cy="1727169"/>
            </a:xfrm>
          </p:grpSpPr>
          <p:sp>
            <p:nvSpPr>
              <p:cNvPr id="23" name="Freeform: Shape 64">
                <a:extLst>
                  <a:ext uri="{FF2B5EF4-FFF2-40B4-BE49-F238E27FC236}">
                    <a16:creationId xmlns:a16="http://schemas.microsoft.com/office/drawing/2014/main" id="{DD053F2E-0A8F-CB09-114C-7FC49B25030E}"/>
                  </a:ext>
                </a:extLst>
              </p:cNvPr>
              <p:cNvSpPr/>
              <p:nvPr/>
            </p:nvSpPr>
            <p:spPr>
              <a:xfrm flipH="1">
                <a:off x="5332439" y="1842795"/>
                <a:ext cx="259624" cy="313679"/>
              </a:xfrm>
              <a:custGeom>
                <a:avLst/>
                <a:gdLst>
                  <a:gd name="connsiteX0" fmla="*/ 0 w 137216"/>
                  <a:gd name="connsiteY0" fmla="*/ 0 h 436599"/>
                  <a:gd name="connsiteX1" fmla="*/ 137217 w 137216"/>
                  <a:gd name="connsiteY1" fmla="*/ 0 h 436599"/>
                  <a:gd name="connsiteX2" fmla="*/ 137217 w 137216"/>
                  <a:gd name="connsiteY2" fmla="*/ 436599 h 436599"/>
                  <a:gd name="connsiteX3" fmla="*/ 0 w 137216"/>
                  <a:gd name="connsiteY3" fmla="*/ 436599 h 436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216" h="436599">
                    <a:moveTo>
                      <a:pt x="0" y="0"/>
                    </a:moveTo>
                    <a:lnTo>
                      <a:pt x="137217" y="0"/>
                    </a:lnTo>
                    <a:lnTo>
                      <a:pt x="137217" y="436599"/>
                    </a:lnTo>
                    <a:lnTo>
                      <a:pt x="0" y="436599"/>
                    </a:lnTo>
                    <a:close/>
                  </a:path>
                </a:pathLst>
              </a:custGeom>
              <a:solidFill>
                <a:srgbClr val="7295C8"/>
              </a:solidFill>
              <a:ln w="1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844160">
                  <a:buClrTx/>
                </a:pPr>
                <a:endParaRPr lang="en-US" sz="1661" kern="120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4" name="Freeform: Shape 65">
                <a:extLst>
                  <a:ext uri="{FF2B5EF4-FFF2-40B4-BE49-F238E27FC236}">
                    <a16:creationId xmlns:a16="http://schemas.microsoft.com/office/drawing/2014/main" id="{FACD0C21-CD67-0F06-C152-0E00A487805B}"/>
                  </a:ext>
                </a:extLst>
              </p:cNvPr>
              <p:cNvSpPr/>
              <p:nvPr/>
            </p:nvSpPr>
            <p:spPr>
              <a:xfrm flipH="1">
                <a:off x="5686474" y="834740"/>
                <a:ext cx="259624" cy="1321731"/>
              </a:xfrm>
              <a:custGeom>
                <a:avLst/>
                <a:gdLst>
                  <a:gd name="connsiteX0" fmla="*/ 0 w 137216"/>
                  <a:gd name="connsiteY0" fmla="*/ 0 h 698558"/>
                  <a:gd name="connsiteX1" fmla="*/ 137217 w 137216"/>
                  <a:gd name="connsiteY1" fmla="*/ 0 h 698558"/>
                  <a:gd name="connsiteX2" fmla="*/ 137217 w 137216"/>
                  <a:gd name="connsiteY2" fmla="*/ 698559 h 698558"/>
                  <a:gd name="connsiteX3" fmla="*/ 0 w 137216"/>
                  <a:gd name="connsiteY3" fmla="*/ 698559 h 698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216" h="698558">
                    <a:moveTo>
                      <a:pt x="0" y="0"/>
                    </a:moveTo>
                    <a:lnTo>
                      <a:pt x="137217" y="0"/>
                    </a:lnTo>
                    <a:lnTo>
                      <a:pt x="137217" y="698559"/>
                    </a:lnTo>
                    <a:lnTo>
                      <a:pt x="0" y="698559"/>
                    </a:lnTo>
                    <a:close/>
                  </a:path>
                </a:pathLst>
              </a:custGeom>
              <a:solidFill>
                <a:srgbClr val="82C5C5"/>
              </a:solidFill>
              <a:ln w="1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844160">
                  <a:buClrTx/>
                </a:pPr>
                <a:endParaRPr lang="en-US" sz="1661" kern="120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5" name="Freeform: Shape 66">
                <a:extLst>
                  <a:ext uri="{FF2B5EF4-FFF2-40B4-BE49-F238E27FC236}">
                    <a16:creationId xmlns:a16="http://schemas.microsoft.com/office/drawing/2014/main" id="{0960B1B7-1A9F-6AA7-6496-E935E278C2BB}"/>
                  </a:ext>
                </a:extLst>
              </p:cNvPr>
              <p:cNvSpPr/>
              <p:nvPr/>
            </p:nvSpPr>
            <p:spPr>
              <a:xfrm flipH="1">
                <a:off x="6040506" y="1172371"/>
                <a:ext cx="259624" cy="984102"/>
              </a:xfrm>
              <a:custGeom>
                <a:avLst/>
                <a:gdLst>
                  <a:gd name="connsiteX0" fmla="*/ 0 w 137216"/>
                  <a:gd name="connsiteY0" fmla="*/ 0 h 436599"/>
                  <a:gd name="connsiteX1" fmla="*/ 137217 w 137216"/>
                  <a:gd name="connsiteY1" fmla="*/ 0 h 436599"/>
                  <a:gd name="connsiteX2" fmla="*/ 137217 w 137216"/>
                  <a:gd name="connsiteY2" fmla="*/ 436599 h 436599"/>
                  <a:gd name="connsiteX3" fmla="*/ 0 w 137216"/>
                  <a:gd name="connsiteY3" fmla="*/ 436599 h 436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216" h="436599">
                    <a:moveTo>
                      <a:pt x="0" y="0"/>
                    </a:moveTo>
                    <a:lnTo>
                      <a:pt x="137217" y="0"/>
                    </a:lnTo>
                    <a:lnTo>
                      <a:pt x="137217" y="436599"/>
                    </a:lnTo>
                    <a:lnTo>
                      <a:pt x="0" y="436599"/>
                    </a:lnTo>
                    <a:close/>
                  </a:path>
                </a:pathLst>
              </a:custGeom>
              <a:solidFill>
                <a:srgbClr val="00B0F0"/>
              </a:solidFill>
              <a:ln w="1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844160">
                  <a:buClrTx/>
                </a:pPr>
                <a:endParaRPr lang="en-US" sz="1661" kern="120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Freeform: Shape 67">
                <a:extLst>
                  <a:ext uri="{FF2B5EF4-FFF2-40B4-BE49-F238E27FC236}">
                    <a16:creationId xmlns:a16="http://schemas.microsoft.com/office/drawing/2014/main" id="{97338F86-80FF-9E94-B8B1-E4005B25F14A}"/>
                  </a:ext>
                </a:extLst>
              </p:cNvPr>
              <p:cNvSpPr/>
              <p:nvPr/>
            </p:nvSpPr>
            <p:spPr>
              <a:xfrm flipH="1">
                <a:off x="6394540" y="1943100"/>
                <a:ext cx="259624" cy="213369"/>
              </a:xfrm>
              <a:custGeom>
                <a:avLst/>
                <a:gdLst>
                  <a:gd name="connsiteX0" fmla="*/ 0 w 137216"/>
                  <a:gd name="connsiteY0" fmla="*/ 0 h 224536"/>
                  <a:gd name="connsiteX1" fmla="*/ 137217 w 137216"/>
                  <a:gd name="connsiteY1" fmla="*/ 0 h 224536"/>
                  <a:gd name="connsiteX2" fmla="*/ 137217 w 137216"/>
                  <a:gd name="connsiteY2" fmla="*/ 224537 h 224536"/>
                  <a:gd name="connsiteX3" fmla="*/ 0 w 137216"/>
                  <a:gd name="connsiteY3" fmla="*/ 224537 h 224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216" h="224536">
                    <a:moveTo>
                      <a:pt x="0" y="0"/>
                    </a:moveTo>
                    <a:lnTo>
                      <a:pt x="137217" y="0"/>
                    </a:lnTo>
                    <a:lnTo>
                      <a:pt x="137217" y="224537"/>
                    </a:lnTo>
                    <a:lnTo>
                      <a:pt x="0" y="224537"/>
                    </a:lnTo>
                    <a:close/>
                  </a:path>
                </a:pathLst>
              </a:custGeom>
              <a:solidFill>
                <a:srgbClr val="0070C0"/>
              </a:solidFill>
              <a:ln w="1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844160">
                  <a:buClrTx/>
                </a:pPr>
                <a:endParaRPr lang="en-US" sz="1661" kern="120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1D47D73-8F5E-8F7E-ABBF-DCFA244A78AB}"/>
                  </a:ext>
                </a:extLst>
              </p:cNvPr>
              <p:cNvSpPr/>
              <p:nvPr/>
            </p:nvSpPr>
            <p:spPr>
              <a:xfrm>
                <a:off x="5140488" y="883855"/>
                <a:ext cx="100305" cy="1604961"/>
              </a:xfrm>
              <a:prstGeom prst="rect">
                <a:avLst/>
              </a:prstGeom>
              <a:solidFill>
                <a:srgbClr val="3F3F3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844160">
                  <a:buClrTx/>
                </a:pPr>
                <a:endParaRPr lang="en-US" sz="2215" kern="12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2412956-07C4-2E8A-A0D6-B3CFB80DB803}"/>
                  </a:ext>
                </a:extLst>
              </p:cNvPr>
              <p:cNvSpPr/>
              <p:nvPr/>
            </p:nvSpPr>
            <p:spPr>
              <a:xfrm rot="16200000">
                <a:off x="5892815" y="1666662"/>
                <a:ext cx="100305" cy="1604959"/>
              </a:xfrm>
              <a:prstGeom prst="rect">
                <a:avLst/>
              </a:prstGeom>
              <a:solidFill>
                <a:srgbClr val="3F3F3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844160">
                  <a:buClrTx/>
                </a:pPr>
                <a:endParaRPr lang="en-US" sz="2215" kern="12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3" name="Freeform: Shape 70">
                <a:extLst>
                  <a:ext uri="{FF2B5EF4-FFF2-40B4-BE49-F238E27FC236}">
                    <a16:creationId xmlns:a16="http://schemas.microsoft.com/office/drawing/2014/main" id="{235DA09C-8E8A-FF1E-8263-7B0A4C71B757}"/>
                  </a:ext>
                </a:extLst>
              </p:cNvPr>
              <p:cNvSpPr/>
              <p:nvPr/>
            </p:nvSpPr>
            <p:spPr>
              <a:xfrm flipH="1">
                <a:off x="3231065" y="1571351"/>
                <a:ext cx="259624" cy="585123"/>
              </a:xfrm>
              <a:custGeom>
                <a:avLst/>
                <a:gdLst>
                  <a:gd name="connsiteX0" fmla="*/ 0 w 137216"/>
                  <a:gd name="connsiteY0" fmla="*/ 0 h 436599"/>
                  <a:gd name="connsiteX1" fmla="*/ 137217 w 137216"/>
                  <a:gd name="connsiteY1" fmla="*/ 0 h 436599"/>
                  <a:gd name="connsiteX2" fmla="*/ 137217 w 137216"/>
                  <a:gd name="connsiteY2" fmla="*/ 436599 h 436599"/>
                  <a:gd name="connsiteX3" fmla="*/ 0 w 137216"/>
                  <a:gd name="connsiteY3" fmla="*/ 436599 h 436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216" h="436599">
                    <a:moveTo>
                      <a:pt x="0" y="0"/>
                    </a:moveTo>
                    <a:lnTo>
                      <a:pt x="137217" y="0"/>
                    </a:lnTo>
                    <a:lnTo>
                      <a:pt x="137217" y="436599"/>
                    </a:lnTo>
                    <a:lnTo>
                      <a:pt x="0" y="436599"/>
                    </a:lnTo>
                    <a:close/>
                  </a:path>
                </a:pathLst>
              </a:custGeom>
              <a:solidFill>
                <a:srgbClr val="7295C8"/>
              </a:solidFill>
              <a:ln w="1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844160">
                  <a:buClrTx/>
                </a:pPr>
                <a:endParaRPr lang="en-US" sz="1661" kern="120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4" name="Freeform: Shape 71">
                <a:extLst>
                  <a:ext uri="{FF2B5EF4-FFF2-40B4-BE49-F238E27FC236}">
                    <a16:creationId xmlns:a16="http://schemas.microsoft.com/office/drawing/2014/main" id="{E17D1D48-5B1B-29A0-7631-A515E645D62A}"/>
                  </a:ext>
                </a:extLst>
              </p:cNvPr>
              <p:cNvSpPr/>
              <p:nvPr/>
            </p:nvSpPr>
            <p:spPr>
              <a:xfrm flipH="1">
                <a:off x="3585102" y="1571351"/>
                <a:ext cx="259624" cy="585120"/>
              </a:xfrm>
              <a:custGeom>
                <a:avLst/>
                <a:gdLst>
                  <a:gd name="connsiteX0" fmla="*/ 0 w 137216"/>
                  <a:gd name="connsiteY0" fmla="*/ 0 h 698558"/>
                  <a:gd name="connsiteX1" fmla="*/ 137217 w 137216"/>
                  <a:gd name="connsiteY1" fmla="*/ 0 h 698558"/>
                  <a:gd name="connsiteX2" fmla="*/ 137217 w 137216"/>
                  <a:gd name="connsiteY2" fmla="*/ 698559 h 698558"/>
                  <a:gd name="connsiteX3" fmla="*/ 0 w 137216"/>
                  <a:gd name="connsiteY3" fmla="*/ 698559 h 698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216" h="698558">
                    <a:moveTo>
                      <a:pt x="0" y="0"/>
                    </a:moveTo>
                    <a:lnTo>
                      <a:pt x="137217" y="0"/>
                    </a:lnTo>
                    <a:lnTo>
                      <a:pt x="137217" y="698559"/>
                    </a:lnTo>
                    <a:lnTo>
                      <a:pt x="0" y="698559"/>
                    </a:lnTo>
                    <a:close/>
                  </a:path>
                </a:pathLst>
              </a:custGeom>
              <a:solidFill>
                <a:srgbClr val="82C5C5"/>
              </a:solidFill>
              <a:ln w="1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844160">
                  <a:buClrTx/>
                </a:pPr>
                <a:endParaRPr lang="en-US" sz="1661" kern="120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5" name="Freeform: Shape 72">
                <a:extLst>
                  <a:ext uri="{FF2B5EF4-FFF2-40B4-BE49-F238E27FC236}">
                    <a16:creationId xmlns:a16="http://schemas.microsoft.com/office/drawing/2014/main" id="{11337F08-A29A-85B0-55C3-BDB2B7AA7C11}"/>
                  </a:ext>
                </a:extLst>
              </p:cNvPr>
              <p:cNvSpPr/>
              <p:nvPr/>
            </p:nvSpPr>
            <p:spPr>
              <a:xfrm flipH="1">
                <a:off x="3939132" y="1571351"/>
                <a:ext cx="259624" cy="585122"/>
              </a:xfrm>
              <a:custGeom>
                <a:avLst/>
                <a:gdLst>
                  <a:gd name="connsiteX0" fmla="*/ 0 w 137216"/>
                  <a:gd name="connsiteY0" fmla="*/ 0 h 436599"/>
                  <a:gd name="connsiteX1" fmla="*/ 137217 w 137216"/>
                  <a:gd name="connsiteY1" fmla="*/ 0 h 436599"/>
                  <a:gd name="connsiteX2" fmla="*/ 137217 w 137216"/>
                  <a:gd name="connsiteY2" fmla="*/ 436599 h 436599"/>
                  <a:gd name="connsiteX3" fmla="*/ 0 w 137216"/>
                  <a:gd name="connsiteY3" fmla="*/ 436599 h 436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216" h="436599">
                    <a:moveTo>
                      <a:pt x="0" y="0"/>
                    </a:moveTo>
                    <a:lnTo>
                      <a:pt x="137217" y="0"/>
                    </a:lnTo>
                    <a:lnTo>
                      <a:pt x="137217" y="436599"/>
                    </a:lnTo>
                    <a:lnTo>
                      <a:pt x="0" y="436599"/>
                    </a:lnTo>
                    <a:close/>
                  </a:path>
                </a:pathLst>
              </a:custGeom>
              <a:solidFill>
                <a:srgbClr val="00B0F0"/>
              </a:solidFill>
              <a:ln w="1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844160">
                  <a:buClrTx/>
                </a:pPr>
                <a:endParaRPr lang="en-US" sz="1661" kern="120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6" name="Freeform: Shape 73">
                <a:extLst>
                  <a:ext uri="{FF2B5EF4-FFF2-40B4-BE49-F238E27FC236}">
                    <a16:creationId xmlns:a16="http://schemas.microsoft.com/office/drawing/2014/main" id="{E0403A03-9351-D58D-77B3-FF70323535D2}"/>
                  </a:ext>
                </a:extLst>
              </p:cNvPr>
              <p:cNvSpPr/>
              <p:nvPr/>
            </p:nvSpPr>
            <p:spPr>
              <a:xfrm flipH="1">
                <a:off x="4293168" y="1571351"/>
                <a:ext cx="259624" cy="585119"/>
              </a:xfrm>
              <a:custGeom>
                <a:avLst/>
                <a:gdLst>
                  <a:gd name="connsiteX0" fmla="*/ 0 w 137216"/>
                  <a:gd name="connsiteY0" fmla="*/ 0 h 224536"/>
                  <a:gd name="connsiteX1" fmla="*/ 137217 w 137216"/>
                  <a:gd name="connsiteY1" fmla="*/ 0 h 224536"/>
                  <a:gd name="connsiteX2" fmla="*/ 137217 w 137216"/>
                  <a:gd name="connsiteY2" fmla="*/ 224537 h 224536"/>
                  <a:gd name="connsiteX3" fmla="*/ 0 w 137216"/>
                  <a:gd name="connsiteY3" fmla="*/ 224537 h 224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216" h="224536">
                    <a:moveTo>
                      <a:pt x="0" y="0"/>
                    </a:moveTo>
                    <a:lnTo>
                      <a:pt x="137217" y="0"/>
                    </a:lnTo>
                    <a:lnTo>
                      <a:pt x="137217" y="224537"/>
                    </a:lnTo>
                    <a:lnTo>
                      <a:pt x="0" y="224537"/>
                    </a:lnTo>
                    <a:close/>
                  </a:path>
                </a:pathLst>
              </a:custGeom>
              <a:solidFill>
                <a:srgbClr val="0070C0"/>
              </a:solidFill>
              <a:ln w="1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844160">
                  <a:buClrTx/>
                </a:pPr>
                <a:endParaRPr lang="en-US" sz="1661" kern="120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69577FD-5B53-67CD-798A-31B73F2BEFE7}"/>
                  </a:ext>
                </a:extLst>
              </p:cNvPr>
              <p:cNvSpPr/>
              <p:nvPr/>
            </p:nvSpPr>
            <p:spPr>
              <a:xfrm>
                <a:off x="3039116" y="883855"/>
                <a:ext cx="100305" cy="1604961"/>
              </a:xfrm>
              <a:prstGeom prst="rect">
                <a:avLst/>
              </a:prstGeom>
              <a:solidFill>
                <a:srgbClr val="3F3F3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844160">
                  <a:buClrTx/>
                </a:pPr>
                <a:endParaRPr lang="en-US" sz="2215" kern="12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236B15CF-96C3-B36F-5C62-5DADFCFBA7A6}"/>
                  </a:ext>
                </a:extLst>
              </p:cNvPr>
              <p:cNvSpPr/>
              <p:nvPr/>
            </p:nvSpPr>
            <p:spPr>
              <a:xfrm rot="16200000">
                <a:off x="3791443" y="1666663"/>
                <a:ext cx="100305" cy="1604959"/>
              </a:xfrm>
              <a:prstGeom prst="rect">
                <a:avLst/>
              </a:prstGeom>
              <a:solidFill>
                <a:srgbClr val="3F3F3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844160">
                  <a:buClrTx/>
                </a:pPr>
                <a:endParaRPr lang="en-US" sz="2215" kern="12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0767E3EE-4040-402D-2A05-233C04471E61}"/>
                  </a:ext>
                </a:extLst>
              </p:cNvPr>
              <p:cNvSpPr/>
              <p:nvPr/>
            </p:nvSpPr>
            <p:spPr>
              <a:xfrm>
                <a:off x="8802119" y="1588922"/>
                <a:ext cx="259624" cy="313619"/>
              </a:xfrm>
              <a:prstGeom prst="rect">
                <a:avLst/>
              </a:prstGeom>
              <a:solidFill>
                <a:srgbClr val="E97132">
                  <a:lumMod val="60000"/>
                  <a:lumOff val="4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844160">
                  <a:buClrTx/>
                </a:pPr>
                <a:endParaRPr lang="en-US" sz="1200" kern="12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0" name="Freeform: Shape 77">
                <a:extLst>
                  <a:ext uri="{FF2B5EF4-FFF2-40B4-BE49-F238E27FC236}">
                    <a16:creationId xmlns:a16="http://schemas.microsoft.com/office/drawing/2014/main" id="{78981FF3-E208-6922-44A1-46ABAE36C9AC}"/>
                  </a:ext>
                </a:extLst>
              </p:cNvPr>
              <p:cNvSpPr/>
              <p:nvPr/>
            </p:nvSpPr>
            <p:spPr>
              <a:xfrm flipH="1">
                <a:off x="7738287" y="1800180"/>
                <a:ext cx="259624" cy="313679"/>
              </a:xfrm>
              <a:custGeom>
                <a:avLst/>
                <a:gdLst>
                  <a:gd name="connsiteX0" fmla="*/ 0 w 137216"/>
                  <a:gd name="connsiteY0" fmla="*/ 0 h 436599"/>
                  <a:gd name="connsiteX1" fmla="*/ 137217 w 137216"/>
                  <a:gd name="connsiteY1" fmla="*/ 0 h 436599"/>
                  <a:gd name="connsiteX2" fmla="*/ 137217 w 137216"/>
                  <a:gd name="connsiteY2" fmla="*/ 436599 h 436599"/>
                  <a:gd name="connsiteX3" fmla="*/ 0 w 137216"/>
                  <a:gd name="connsiteY3" fmla="*/ 436599 h 436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216" h="436599">
                    <a:moveTo>
                      <a:pt x="0" y="0"/>
                    </a:moveTo>
                    <a:lnTo>
                      <a:pt x="137217" y="0"/>
                    </a:lnTo>
                    <a:lnTo>
                      <a:pt x="137217" y="436599"/>
                    </a:lnTo>
                    <a:lnTo>
                      <a:pt x="0" y="436599"/>
                    </a:lnTo>
                    <a:close/>
                  </a:path>
                </a:pathLst>
              </a:custGeom>
              <a:solidFill>
                <a:srgbClr val="7295C8"/>
              </a:solidFill>
              <a:ln w="1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844160">
                  <a:buClrTx/>
                </a:pPr>
                <a:endParaRPr lang="en-US" sz="1661" kern="120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1" name="Freeform: Shape 78">
                <a:extLst>
                  <a:ext uri="{FF2B5EF4-FFF2-40B4-BE49-F238E27FC236}">
                    <a16:creationId xmlns:a16="http://schemas.microsoft.com/office/drawing/2014/main" id="{76523094-38A2-85C1-114D-710DB41340F2}"/>
                  </a:ext>
                </a:extLst>
              </p:cNvPr>
              <p:cNvSpPr/>
              <p:nvPr/>
            </p:nvSpPr>
            <p:spPr>
              <a:xfrm flipH="1">
                <a:off x="8093910" y="792126"/>
                <a:ext cx="262800" cy="1321730"/>
              </a:xfrm>
              <a:custGeom>
                <a:avLst/>
                <a:gdLst>
                  <a:gd name="connsiteX0" fmla="*/ 0 w 137216"/>
                  <a:gd name="connsiteY0" fmla="*/ 0 h 698558"/>
                  <a:gd name="connsiteX1" fmla="*/ 137217 w 137216"/>
                  <a:gd name="connsiteY1" fmla="*/ 0 h 698558"/>
                  <a:gd name="connsiteX2" fmla="*/ 137217 w 137216"/>
                  <a:gd name="connsiteY2" fmla="*/ 698559 h 698558"/>
                  <a:gd name="connsiteX3" fmla="*/ 0 w 137216"/>
                  <a:gd name="connsiteY3" fmla="*/ 698559 h 698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216" h="698558">
                    <a:moveTo>
                      <a:pt x="0" y="0"/>
                    </a:moveTo>
                    <a:lnTo>
                      <a:pt x="137217" y="0"/>
                    </a:lnTo>
                    <a:lnTo>
                      <a:pt x="137217" y="698559"/>
                    </a:lnTo>
                    <a:lnTo>
                      <a:pt x="0" y="698559"/>
                    </a:lnTo>
                    <a:close/>
                  </a:path>
                </a:pathLst>
              </a:custGeom>
              <a:solidFill>
                <a:srgbClr val="82C5C5"/>
              </a:solidFill>
              <a:ln w="1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844160">
                  <a:buClrTx/>
                </a:pPr>
                <a:endParaRPr lang="en-US" sz="1661" kern="120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2" name="Freeform: Shape 79">
                <a:extLst>
                  <a:ext uri="{FF2B5EF4-FFF2-40B4-BE49-F238E27FC236}">
                    <a16:creationId xmlns:a16="http://schemas.microsoft.com/office/drawing/2014/main" id="{EF75F748-DD97-75F1-BB12-E2479618E744}"/>
                  </a:ext>
                </a:extLst>
              </p:cNvPr>
              <p:cNvSpPr/>
              <p:nvPr/>
            </p:nvSpPr>
            <p:spPr>
              <a:xfrm flipH="1">
                <a:off x="8446513" y="1129757"/>
                <a:ext cx="259624" cy="984101"/>
              </a:xfrm>
              <a:custGeom>
                <a:avLst/>
                <a:gdLst>
                  <a:gd name="connsiteX0" fmla="*/ 0 w 137216"/>
                  <a:gd name="connsiteY0" fmla="*/ 0 h 436599"/>
                  <a:gd name="connsiteX1" fmla="*/ 137217 w 137216"/>
                  <a:gd name="connsiteY1" fmla="*/ 0 h 436599"/>
                  <a:gd name="connsiteX2" fmla="*/ 137217 w 137216"/>
                  <a:gd name="connsiteY2" fmla="*/ 436599 h 436599"/>
                  <a:gd name="connsiteX3" fmla="*/ 0 w 137216"/>
                  <a:gd name="connsiteY3" fmla="*/ 436599 h 436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216" h="436599">
                    <a:moveTo>
                      <a:pt x="0" y="0"/>
                    </a:moveTo>
                    <a:lnTo>
                      <a:pt x="137217" y="0"/>
                    </a:lnTo>
                    <a:lnTo>
                      <a:pt x="137217" y="436599"/>
                    </a:lnTo>
                    <a:lnTo>
                      <a:pt x="0" y="436599"/>
                    </a:lnTo>
                    <a:close/>
                  </a:path>
                </a:pathLst>
              </a:custGeom>
              <a:solidFill>
                <a:srgbClr val="00B0F0"/>
              </a:solidFill>
              <a:ln w="1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844160">
                  <a:buClrTx/>
                </a:pPr>
                <a:endParaRPr lang="en-US" sz="1661" kern="120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6C7929CD-9F36-EBF0-A2DE-AA4476F7BD2F}"/>
                  </a:ext>
                </a:extLst>
              </p:cNvPr>
              <p:cNvSpPr/>
              <p:nvPr/>
            </p:nvSpPr>
            <p:spPr>
              <a:xfrm>
                <a:off x="7547924" y="841241"/>
                <a:ext cx="100305" cy="1604960"/>
              </a:xfrm>
              <a:prstGeom prst="rect">
                <a:avLst/>
              </a:prstGeom>
              <a:solidFill>
                <a:srgbClr val="3F3F3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844160">
                  <a:buClrTx/>
                </a:pPr>
                <a:endParaRPr lang="en-US" sz="2215" kern="12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B18EF45F-813F-B7A6-F136-85FBB8A259B4}"/>
                  </a:ext>
                </a:extLst>
              </p:cNvPr>
              <p:cNvSpPr/>
              <p:nvPr/>
            </p:nvSpPr>
            <p:spPr>
              <a:xfrm rot="16200000">
                <a:off x="8300251" y="1666661"/>
                <a:ext cx="100305" cy="1604959"/>
              </a:xfrm>
              <a:prstGeom prst="rect">
                <a:avLst/>
              </a:prstGeom>
              <a:solidFill>
                <a:srgbClr val="3F3F3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844160">
                  <a:buClrTx/>
                </a:pPr>
                <a:endParaRPr lang="en-US" sz="2215" kern="12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6DF191D0-8748-3C6B-1C78-6E5C9F7A6FFD}"/>
                  </a:ext>
                </a:extLst>
              </p:cNvPr>
              <p:cNvSpPr/>
              <p:nvPr/>
            </p:nvSpPr>
            <p:spPr>
              <a:xfrm>
                <a:off x="7738499" y="1588922"/>
                <a:ext cx="259200" cy="211259"/>
              </a:xfrm>
              <a:prstGeom prst="rect">
                <a:avLst/>
              </a:prstGeom>
              <a:solidFill>
                <a:srgbClr val="E97132">
                  <a:lumMod val="60000"/>
                  <a:lumOff val="4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844160">
                  <a:buClrTx/>
                </a:pPr>
                <a:endParaRPr lang="en-US" sz="831" kern="12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9" name="Freeform: Shape 83">
                <a:extLst>
                  <a:ext uri="{FF2B5EF4-FFF2-40B4-BE49-F238E27FC236}">
                    <a16:creationId xmlns:a16="http://schemas.microsoft.com/office/drawing/2014/main" id="{554D935F-75A3-001A-D2AA-4059F908BF6C}"/>
                  </a:ext>
                </a:extLst>
              </p:cNvPr>
              <p:cNvSpPr/>
              <p:nvPr/>
            </p:nvSpPr>
            <p:spPr>
              <a:xfrm flipH="1">
                <a:off x="8802119" y="1902541"/>
                <a:ext cx="259624" cy="213369"/>
              </a:xfrm>
              <a:custGeom>
                <a:avLst/>
                <a:gdLst>
                  <a:gd name="connsiteX0" fmla="*/ 0 w 137216"/>
                  <a:gd name="connsiteY0" fmla="*/ 0 h 224536"/>
                  <a:gd name="connsiteX1" fmla="*/ 137217 w 137216"/>
                  <a:gd name="connsiteY1" fmla="*/ 0 h 224536"/>
                  <a:gd name="connsiteX2" fmla="*/ 137217 w 137216"/>
                  <a:gd name="connsiteY2" fmla="*/ 224537 h 224536"/>
                  <a:gd name="connsiteX3" fmla="*/ 0 w 137216"/>
                  <a:gd name="connsiteY3" fmla="*/ 224537 h 224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216" h="224536">
                    <a:moveTo>
                      <a:pt x="0" y="0"/>
                    </a:moveTo>
                    <a:lnTo>
                      <a:pt x="137217" y="0"/>
                    </a:lnTo>
                    <a:lnTo>
                      <a:pt x="137217" y="224537"/>
                    </a:lnTo>
                    <a:lnTo>
                      <a:pt x="0" y="224537"/>
                    </a:lnTo>
                    <a:close/>
                  </a:path>
                </a:pathLst>
              </a:custGeom>
              <a:solidFill>
                <a:srgbClr val="0070C0"/>
              </a:solidFill>
              <a:ln w="1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844160">
                  <a:buClrTx/>
                </a:pPr>
                <a:endParaRPr lang="en-US" sz="1661" kern="120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59DCBC4-70AA-A997-9DFF-65218B68B71C}"/>
                  </a:ext>
                </a:extLst>
              </p:cNvPr>
              <p:cNvSpPr txBox="1"/>
              <p:nvPr/>
            </p:nvSpPr>
            <p:spPr>
              <a:xfrm>
                <a:off x="4713147" y="1522532"/>
                <a:ext cx="253621" cy="683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defTabSz="844160">
                  <a:buClrTx/>
                </a:pPr>
                <a:r>
                  <a:rPr lang="pt-PT" sz="5400" b="1" kern="1200" dirty="0">
                    <a:solidFill>
                      <a:prstClr val="black"/>
                    </a:solidFill>
                    <a:latin typeface="Aptos" panose="02110004020202020204"/>
                    <a:ea typeface="+mn-ea"/>
                    <a:cs typeface="+mn-cs"/>
                  </a:rPr>
                  <a:t>-</a:t>
                </a:r>
                <a:endParaRPr lang="en-US" sz="3600" b="1" kern="120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96251EF-414E-3220-40F3-1989583A0A18}"/>
                  </a:ext>
                </a:extLst>
              </p:cNvPr>
              <p:cNvSpPr txBox="1"/>
              <p:nvPr/>
            </p:nvSpPr>
            <p:spPr>
              <a:xfrm>
                <a:off x="6955719" y="1522532"/>
                <a:ext cx="334873" cy="683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defTabSz="844160">
                  <a:buClrTx/>
                </a:pPr>
                <a:r>
                  <a:rPr lang="pt-PT" sz="5400" b="1" kern="1200" dirty="0">
                    <a:solidFill>
                      <a:prstClr val="black"/>
                    </a:solidFill>
                    <a:latin typeface="Aptos" panose="02110004020202020204"/>
                    <a:ea typeface="+mn-ea"/>
                    <a:cs typeface="+mn-cs"/>
                  </a:rPr>
                  <a:t>=</a:t>
                </a:r>
                <a:endParaRPr lang="en-US" sz="5400" b="1" kern="120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DE1CA87-1CF4-0DDF-3629-5769545B9ED6}"/>
                  </a:ext>
                </a:extLst>
              </p:cNvPr>
              <p:cNvSpPr txBox="1"/>
              <p:nvPr/>
            </p:nvSpPr>
            <p:spPr>
              <a:xfrm>
                <a:off x="3230857" y="2113154"/>
                <a:ext cx="259483" cy="2960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 defTabSz="844160">
                  <a:buClrTx/>
                </a:pPr>
                <a:r>
                  <a:rPr lang="en-GB" sz="2000" kern="1200" dirty="0">
                    <a:solidFill>
                      <a:prstClr val="black"/>
                    </a:solidFill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1C9F13F-7260-D62D-00CD-D99B670AAB00}"/>
                  </a:ext>
                </a:extLst>
              </p:cNvPr>
              <p:cNvSpPr txBox="1"/>
              <p:nvPr/>
            </p:nvSpPr>
            <p:spPr>
              <a:xfrm>
                <a:off x="3583539" y="2113154"/>
                <a:ext cx="259483" cy="2960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 defTabSz="844160">
                  <a:buClrTx/>
                </a:pPr>
                <a:r>
                  <a:rPr lang="en-GB" sz="2000" kern="1200" dirty="0">
                    <a:solidFill>
                      <a:prstClr val="black"/>
                    </a:solidFill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16A9CEF-4778-3A6A-21D9-45CD1B60A660}"/>
                  </a:ext>
                </a:extLst>
              </p:cNvPr>
              <p:cNvSpPr txBox="1"/>
              <p:nvPr/>
            </p:nvSpPr>
            <p:spPr>
              <a:xfrm>
                <a:off x="3941197" y="2113154"/>
                <a:ext cx="259483" cy="2960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 defTabSz="844160">
                  <a:buClrTx/>
                </a:pPr>
                <a:r>
                  <a:rPr lang="en-GB" sz="2000" kern="1200" dirty="0">
                    <a:solidFill>
                      <a:prstClr val="black"/>
                    </a:solidFill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B50DA90-1F0C-8A0A-D703-BCC21B8BB61D}"/>
                  </a:ext>
                </a:extLst>
              </p:cNvPr>
              <p:cNvSpPr txBox="1"/>
              <p:nvPr/>
            </p:nvSpPr>
            <p:spPr>
              <a:xfrm>
                <a:off x="4293845" y="2113154"/>
                <a:ext cx="259483" cy="2960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 defTabSz="844160">
                  <a:buClrTx/>
                </a:pPr>
                <a:r>
                  <a:rPr lang="en-GB" sz="2000" kern="1200" dirty="0">
                    <a:solidFill>
                      <a:prstClr val="black"/>
                    </a:solidFill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DC8B986-7D7E-E862-3A15-7F9E5C032BB4}"/>
                  </a:ext>
                </a:extLst>
              </p:cNvPr>
              <p:cNvSpPr txBox="1"/>
              <p:nvPr/>
            </p:nvSpPr>
            <p:spPr>
              <a:xfrm>
                <a:off x="5328572" y="2113154"/>
                <a:ext cx="259483" cy="2960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 defTabSz="844160">
                  <a:buClrTx/>
                </a:pPr>
                <a:r>
                  <a:rPr lang="en-GB" sz="2000" kern="1200" dirty="0">
                    <a:solidFill>
                      <a:prstClr val="black"/>
                    </a:solidFill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A261467-CCDD-FBC8-B0AD-3C822924700C}"/>
                  </a:ext>
                </a:extLst>
              </p:cNvPr>
              <p:cNvSpPr txBox="1"/>
              <p:nvPr/>
            </p:nvSpPr>
            <p:spPr>
              <a:xfrm>
                <a:off x="5681253" y="2113154"/>
                <a:ext cx="259483" cy="2960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 defTabSz="844160">
                  <a:buClrTx/>
                </a:pPr>
                <a:r>
                  <a:rPr lang="en-GB" sz="2000" kern="1200" dirty="0">
                    <a:solidFill>
                      <a:prstClr val="black"/>
                    </a:solidFill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A930FEC-F497-48A1-2335-C9D73E5A285B}"/>
                  </a:ext>
                </a:extLst>
              </p:cNvPr>
              <p:cNvSpPr txBox="1"/>
              <p:nvPr/>
            </p:nvSpPr>
            <p:spPr>
              <a:xfrm>
                <a:off x="6038913" y="2113154"/>
                <a:ext cx="259483" cy="2960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 defTabSz="844160">
                  <a:buClrTx/>
                </a:pPr>
                <a:r>
                  <a:rPr lang="en-GB" sz="2000" kern="1200" dirty="0">
                    <a:solidFill>
                      <a:prstClr val="black"/>
                    </a:solidFill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EF0238C-8833-A11A-1DB7-9A3632D6669A}"/>
                  </a:ext>
                </a:extLst>
              </p:cNvPr>
              <p:cNvSpPr txBox="1"/>
              <p:nvPr/>
            </p:nvSpPr>
            <p:spPr>
              <a:xfrm>
                <a:off x="6391560" y="2113154"/>
                <a:ext cx="259483" cy="2960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 defTabSz="844160">
                  <a:buClrTx/>
                </a:pPr>
                <a:r>
                  <a:rPr lang="en-GB" sz="2000" kern="1200" dirty="0">
                    <a:solidFill>
                      <a:prstClr val="black"/>
                    </a:solidFill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C8614E8-0EC6-5C9A-BC94-7E45EDA3360C}"/>
                  </a:ext>
                </a:extLst>
              </p:cNvPr>
              <p:cNvSpPr txBox="1"/>
              <p:nvPr/>
            </p:nvSpPr>
            <p:spPr>
              <a:xfrm>
                <a:off x="7739322" y="2076334"/>
                <a:ext cx="259483" cy="2960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 defTabSz="844160">
                  <a:buClrTx/>
                </a:pPr>
                <a:r>
                  <a:rPr lang="en-GB" sz="2000" kern="1200" dirty="0">
                    <a:solidFill>
                      <a:prstClr val="black"/>
                    </a:solidFill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CD3D7F17-12C2-9F77-9442-7803C8FCF60B}"/>
                  </a:ext>
                </a:extLst>
              </p:cNvPr>
              <p:cNvSpPr txBox="1"/>
              <p:nvPr/>
            </p:nvSpPr>
            <p:spPr>
              <a:xfrm>
                <a:off x="8092002" y="2076334"/>
                <a:ext cx="259483" cy="2960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 defTabSz="844160">
                  <a:buClrTx/>
                </a:pPr>
                <a:r>
                  <a:rPr lang="en-GB" sz="2000" kern="1200" dirty="0">
                    <a:solidFill>
                      <a:prstClr val="black"/>
                    </a:solidFill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F2EF744-A694-C058-CC5F-ED10D997F5AE}"/>
                  </a:ext>
                </a:extLst>
              </p:cNvPr>
              <p:cNvSpPr txBox="1"/>
              <p:nvPr/>
            </p:nvSpPr>
            <p:spPr>
              <a:xfrm>
                <a:off x="8449662" y="2076334"/>
                <a:ext cx="259483" cy="2960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 defTabSz="844160">
                  <a:buClrTx/>
                </a:pPr>
                <a:r>
                  <a:rPr lang="en-GB" sz="2000" kern="1200" dirty="0">
                    <a:solidFill>
                      <a:prstClr val="black"/>
                    </a:solidFill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8E994F3-F905-F3E3-DBE5-D72EA84344CD}"/>
                  </a:ext>
                </a:extLst>
              </p:cNvPr>
              <p:cNvSpPr txBox="1"/>
              <p:nvPr/>
            </p:nvSpPr>
            <p:spPr>
              <a:xfrm>
                <a:off x="8802308" y="2076334"/>
                <a:ext cx="259483" cy="2960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 defTabSz="844160">
                  <a:buClrTx/>
                </a:pPr>
                <a:r>
                  <a:rPr lang="en-GB" sz="2000" kern="1200" dirty="0">
                    <a:solidFill>
                      <a:prstClr val="black"/>
                    </a:solidFill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  <p:sp>
            <p:nvSpPr>
              <p:cNvPr id="81" name="Freeform: Shape 98">
                <a:extLst>
                  <a:ext uri="{FF2B5EF4-FFF2-40B4-BE49-F238E27FC236}">
                    <a16:creationId xmlns:a16="http://schemas.microsoft.com/office/drawing/2014/main" id="{0C3A2140-8AD4-DE85-7195-4F3280977617}"/>
                  </a:ext>
                </a:extLst>
              </p:cNvPr>
              <p:cNvSpPr/>
              <p:nvPr/>
            </p:nvSpPr>
            <p:spPr>
              <a:xfrm flipH="1">
                <a:off x="8094099" y="792126"/>
                <a:ext cx="262800" cy="796795"/>
              </a:xfrm>
              <a:custGeom>
                <a:avLst/>
                <a:gdLst>
                  <a:gd name="connsiteX0" fmla="*/ 0 w 137216"/>
                  <a:gd name="connsiteY0" fmla="*/ 0 h 698558"/>
                  <a:gd name="connsiteX1" fmla="*/ 137217 w 137216"/>
                  <a:gd name="connsiteY1" fmla="*/ 0 h 698558"/>
                  <a:gd name="connsiteX2" fmla="*/ 137217 w 137216"/>
                  <a:gd name="connsiteY2" fmla="*/ 698559 h 698558"/>
                  <a:gd name="connsiteX3" fmla="*/ 0 w 137216"/>
                  <a:gd name="connsiteY3" fmla="*/ 698559 h 698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216" h="698558">
                    <a:moveTo>
                      <a:pt x="0" y="0"/>
                    </a:moveTo>
                    <a:lnTo>
                      <a:pt x="137217" y="0"/>
                    </a:lnTo>
                    <a:lnTo>
                      <a:pt x="137217" y="698559"/>
                    </a:lnTo>
                    <a:lnTo>
                      <a:pt x="0" y="698559"/>
                    </a:lnTo>
                    <a:close/>
                  </a:path>
                </a:pathLst>
              </a:custGeom>
              <a:solidFill>
                <a:srgbClr val="E97132">
                  <a:lumMod val="40000"/>
                  <a:lumOff val="60000"/>
                </a:srgbClr>
              </a:solidFill>
              <a:ln w="1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844160">
                  <a:buClrTx/>
                </a:pPr>
                <a:endParaRPr lang="en-US" sz="1661" kern="120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5" name="Freeform: Shape 99">
                <a:extLst>
                  <a:ext uri="{FF2B5EF4-FFF2-40B4-BE49-F238E27FC236}">
                    <a16:creationId xmlns:a16="http://schemas.microsoft.com/office/drawing/2014/main" id="{2D3BC9FB-DF76-1A2A-746A-6737A3A2ADA0}"/>
                  </a:ext>
                </a:extLst>
              </p:cNvPr>
              <p:cNvSpPr/>
              <p:nvPr/>
            </p:nvSpPr>
            <p:spPr>
              <a:xfrm flipH="1">
                <a:off x="8446725" y="1129056"/>
                <a:ext cx="259200" cy="459866"/>
              </a:xfrm>
              <a:custGeom>
                <a:avLst/>
                <a:gdLst>
                  <a:gd name="connsiteX0" fmla="*/ 0 w 137216"/>
                  <a:gd name="connsiteY0" fmla="*/ 0 h 436599"/>
                  <a:gd name="connsiteX1" fmla="*/ 137217 w 137216"/>
                  <a:gd name="connsiteY1" fmla="*/ 0 h 436599"/>
                  <a:gd name="connsiteX2" fmla="*/ 137217 w 137216"/>
                  <a:gd name="connsiteY2" fmla="*/ 436599 h 436599"/>
                  <a:gd name="connsiteX3" fmla="*/ 0 w 137216"/>
                  <a:gd name="connsiteY3" fmla="*/ 436599 h 436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216" h="436599">
                    <a:moveTo>
                      <a:pt x="0" y="0"/>
                    </a:moveTo>
                    <a:lnTo>
                      <a:pt x="137217" y="0"/>
                    </a:lnTo>
                    <a:lnTo>
                      <a:pt x="137217" y="436599"/>
                    </a:lnTo>
                    <a:lnTo>
                      <a:pt x="0" y="436599"/>
                    </a:lnTo>
                    <a:close/>
                  </a:path>
                </a:pathLst>
              </a:custGeom>
              <a:solidFill>
                <a:srgbClr val="E97132">
                  <a:lumMod val="40000"/>
                  <a:lumOff val="60000"/>
                </a:srgbClr>
              </a:solidFill>
              <a:ln w="1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844160">
                  <a:buClrTx/>
                </a:pPr>
                <a:endParaRPr lang="en-US" sz="1661" kern="120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628534-1528-1AC8-6E3D-6322C9FC20E4}"/>
                </a:ext>
              </a:extLst>
            </p:cNvPr>
            <p:cNvSpPr txBox="1"/>
            <p:nvPr/>
          </p:nvSpPr>
          <p:spPr>
            <a:xfrm>
              <a:off x="24000002" y="16429861"/>
              <a:ext cx="3211655" cy="7202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44160">
                <a:buClrTx/>
              </a:pPr>
              <a:r>
                <a:rPr lang="en-US" sz="3000" b="1" kern="1200" dirty="0">
                  <a:solidFill>
                    <a:prstClr val="black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(1) Theoretical</a:t>
              </a:r>
              <a:endParaRPr lang="en-US" sz="3000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A172F3D-122F-3D23-F436-625F3AD6ABAA}"/>
                </a:ext>
              </a:extLst>
            </p:cNvPr>
            <p:cNvSpPr txBox="1"/>
            <p:nvPr/>
          </p:nvSpPr>
          <p:spPr>
            <a:xfrm>
              <a:off x="27609982" y="16460717"/>
              <a:ext cx="2677548" cy="7202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44160">
                <a:buClrTx/>
              </a:pPr>
              <a:r>
                <a:rPr lang="en-US" sz="3000" b="1" kern="120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(2) Observed</a:t>
              </a:r>
              <a:endParaRPr lang="en-US" sz="3000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1B1A001-9EFA-5422-0EDF-7634BBE193BF}"/>
                </a:ext>
              </a:extLst>
            </p:cNvPr>
            <p:cNvSpPr txBox="1"/>
            <p:nvPr/>
          </p:nvSpPr>
          <p:spPr>
            <a:xfrm>
              <a:off x="31496036" y="16418884"/>
              <a:ext cx="2801571" cy="7202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844160">
                <a:buClrTx/>
              </a:pPr>
              <a:r>
                <a:rPr lang="en-US" sz="3000" b="1" kern="120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(3) Calibration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284B22A-3AEB-3D94-ABFA-AFBD1654D822}"/>
                </a:ext>
              </a:extLst>
            </p:cNvPr>
            <p:cNvSpPr txBox="1"/>
            <p:nvPr/>
          </p:nvSpPr>
          <p:spPr>
            <a:xfrm>
              <a:off x="31952676" y="14944983"/>
              <a:ext cx="222645" cy="4993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defTabSz="844160">
                <a:buClrTx/>
              </a:pPr>
              <a:r>
                <a:rPr lang="pt-PT" sz="1846" kern="120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+</a:t>
              </a:r>
              <a:endParaRPr lang="en-US" sz="1846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B426FEC-1445-CFF2-F921-AAC585599DFD}"/>
                </a:ext>
              </a:extLst>
            </p:cNvPr>
            <p:cNvSpPr txBox="1"/>
            <p:nvPr/>
          </p:nvSpPr>
          <p:spPr>
            <a:xfrm>
              <a:off x="32531452" y="13990557"/>
              <a:ext cx="197279" cy="69938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defTabSz="844160">
                <a:buClrTx/>
              </a:pPr>
              <a:r>
                <a:rPr lang="pt-PT" sz="2585" kern="120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-</a:t>
              </a:r>
              <a:endParaRPr lang="en-US" sz="2585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A13C24E-8D21-EBA5-2A64-142FEE125875}"/>
                </a:ext>
              </a:extLst>
            </p:cNvPr>
            <p:cNvSpPr txBox="1"/>
            <p:nvPr/>
          </p:nvSpPr>
          <p:spPr>
            <a:xfrm>
              <a:off x="33110619" y="14296251"/>
              <a:ext cx="197279" cy="69938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defTabSz="844160">
                <a:buClrTx/>
              </a:pPr>
              <a:r>
                <a:rPr lang="pt-PT" sz="2585" kern="120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-</a:t>
              </a:r>
              <a:endParaRPr lang="en-US" sz="2585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5BC01E7-D331-10E6-8110-10971808DA8A}"/>
                </a:ext>
              </a:extLst>
            </p:cNvPr>
            <p:cNvSpPr txBox="1"/>
            <p:nvPr/>
          </p:nvSpPr>
          <p:spPr>
            <a:xfrm>
              <a:off x="33664790" y="15047112"/>
              <a:ext cx="222645" cy="4993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defTabSz="844160">
                <a:buClrTx/>
              </a:pPr>
              <a:r>
                <a:rPr lang="pt-PT" sz="1846" kern="120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+</a:t>
              </a:r>
              <a:endParaRPr lang="en-US" sz="1846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29" name="Google Shape;64;p13">
            <a:extLst>
              <a:ext uri="{FF2B5EF4-FFF2-40B4-BE49-F238E27FC236}">
                <a16:creationId xmlns:a16="http://schemas.microsoft.com/office/drawing/2014/main" id="{7BBC1C31-00FD-5059-7E13-5715392E0504}"/>
              </a:ext>
            </a:extLst>
          </p:cNvPr>
          <p:cNvSpPr txBox="1"/>
          <p:nvPr/>
        </p:nvSpPr>
        <p:spPr>
          <a:xfrm>
            <a:off x="512556" y="12034958"/>
            <a:ext cx="11710295" cy="1298448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57992" tIns="28984" rIns="57992" bIns="28984" anchor="ctr" anchorCtr="0">
            <a:spAutoFit/>
          </a:bodyPr>
          <a:lstStyle/>
          <a:p>
            <a:pPr algn="ctr">
              <a:buSzPts val="5400"/>
            </a:pPr>
            <a:r>
              <a:rPr lang="en" sz="5400" b="1" dirty="0">
                <a:solidFill>
                  <a:schemeClr val="bg1"/>
                </a:solidFill>
              </a:rPr>
              <a:t>Selection Bias - Calibration</a:t>
            </a:r>
            <a:endParaRPr sz="5400" dirty="0">
              <a:solidFill>
                <a:schemeClr val="bg1"/>
              </a:solidFill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766033E-56A4-33C5-3620-365D91336F74}"/>
              </a:ext>
            </a:extLst>
          </p:cNvPr>
          <p:cNvSpPr txBox="1"/>
          <p:nvPr/>
        </p:nvSpPr>
        <p:spPr>
          <a:xfrm>
            <a:off x="779267" y="13720574"/>
            <a:ext cx="1123840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7608" indent="-527608" algn="just">
              <a:buFont typeface="Wingdings" pitchFamily="2" charset="2"/>
              <a:buChar char="§"/>
            </a:pPr>
            <a:r>
              <a:rPr lang="en-US" sz="4000" dirty="0">
                <a:solidFill>
                  <a:schemeClr val="dk1"/>
                </a:solidFill>
                <a:latin typeface="+mn-lt"/>
                <a:ea typeface="+mn-ea"/>
                <a:cs typeface="+mn-cs"/>
                <a:sym typeface="+mn-ea"/>
              </a:rPr>
              <a:t>LLMs tend to prefer certain labels when performing Multiple-Choice QA tasks.</a:t>
            </a:r>
          </a:p>
          <a:p>
            <a:pPr marL="527608" indent="-527608" algn="just">
              <a:buFont typeface="Wingdings" pitchFamily="2" charset="2"/>
              <a:buChar char="§"/>
            </a:pPr>
            <a:endParaRPr lang="en-US" sz="2000" dirty="0">
              <a:solidFill>
                <a:schemeClr val="dk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527608" indent="-527608" algn="just">
              <a:buFont typeface="Wingdings" pitchFamily="2" charset="2"/>
              <a:buChar char="§"/>
            </a:pPr>
            <a:r>
              <a:rPr lang="en-GB" sz="40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Open-Source models allow to modify token probabilities.</a:t>
            </a:r>
          </a:p>
          <a:p>
            <a:pPr marL="527608" indent="-527608" algn="just">
              <a:buFont typeface="Wingdings" pitchFamily="2" charset="2"/>
              <a:buChar char="§"/>
            </a:pPr>
            <a:endParaRPr lang="en-GB" sz="20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  <a:p>
            <a:pPr marL="527608" indent="-527608" algn="just">
              <a:buFont typeface="Wingdings" pitchFamily="2" charset="2"/>
              <a:buChar char="§"/>
            </a:pPr>
            <a:r>
              <a:rPr lang="en-GB" sz="40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We exploit this feature to further reduce selection bias.</a:t>
            </a:r>
          </a:p>
        </p:txBody>
      </p:sp>
      <p:sp>
        <p:nvSpPr>
          <p:cNvPr id="128" name="Rounded Rectangle 127">
            <a:extLst>
              <a:ext uri="{FF2B5EF4-FFF2-40B4-BE49-F238E27FC236}">
                <a16:creationId xmlns:a16="http://schemas.microsoft.com/office/drawing/2014/main" id="{ECDB84A3-0644-FF57-1E2D-C40B4AC96903}"/>
              </a:ext>
            </a:extLst>
          </p:cNvPr>
          <p:cNvSpPr/>
          <p:nvPr/>
        </p:nvSpPr>
        <p:spPr>
          <a:xfrm>
            <a:off x="504675" y="12024270"/>
            <a:ext cx="11728045" cy="9190795"/>
          </a:xfrm>
          <a:prstGeom prst="roundRect">
            <a:avLst>
              <a:gd name="adj" fmla="val 0"/>
            </a:avLst>
          </a:prstGeom>
          <a:noFill/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5"/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21A2B93F-F371-1A53-A1E2-D5387B82DA4E}"/>
              </a:ext>
            </a:extLst>
          </p:cNvPr>
          <p:cNvGrpSpPr/>
          <p:nvPr/>
        </p:nvGrpSpPr>
        <p:grpSpPr>
          <a:xfrm>
            <a:off x="22993910" y="27838000"/>
            <a:ext cx="10466166" cy="4356411"/>
            <a:chOff x="167906" y="4223707"/>
            <a:chExt cx="5172105" cy="2006243"/>
          </a:xfrm>
        </p:grpSpPr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A6D3344A-E37E-2D25-2986-D675BBC949E5}"/>
                </a:ext>
              </a:extLst>
            </p:cNvPr>
            <p:cNvGrpSpPr/>
            <p:nvPr/>
          </p:nvGrpSpPr>
          <p:grpSpPr>
            <a:xfrm>
              <a:off x="167906" y="4223707"/>
              <a:ext cx="5172105" cy="2006243"/>
              <a:chOff x="1240569" y="4061805"/>
              <a:chExt cx="5919205" cy="2249951"/>
            </a:xfrm>
          </p:grpSpPr>
          <p:graphicFrame>
            <p:nvGraphicFramePr>
              <p:cNvPr id="161" name="Chart 160">
                <a:extLst>
                  <a:ext uri="{FF2B5EF4-FFF2-40B4-BE49-F238E27FC236}">
                    <a16:creationId xmlns:a16="http://schemas.microsoft.com/office/drawing/2014/main" id="{2AC5C8E9-C171-F32C-0E19-EFFC62A49B0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242274253"/>
                  </p:ext>
                </p:extLst>
              </p:nvPr>
            </p:nvGraphicFramePr>
            <p:xfrm>
              <a:off x="1240569" y="4061805"/>
              <a:ext cx="5919205" cy="224995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0"/>
              </a:graphicData>
            </a:graphic>
          </p:graphicFrame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F60F453F-2CC5-A53D-8D6B-428EE320830B}"/>
                  </a:ext>
                </a:extLst>
              </p:cNvPr>
              <p:cNvSpPr/>
              <p:nvPr/>
            </p:nvSpPr>
            <p:spPr>
              <a:xfrm>
                <a:off x="4992166" y="4232411"/>
                <a:ext cx="1973558" cy="504200"/>
              </a:xfrm>
              <a:prstGeom prst="rect">
                <a:avLst/>
              </a:prstGeom>
              <a:solidFill>
                <a:srgbClr val="F2F2F2">
                  <a:alpha val="50196"/>
                </a:srgb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tlCol="0" anchor="t"/>
              <a:lstStyle/>
              <a:p>
                <a:pPr algn="r"/>
                <a:r>
                  <a:rPr lang="pt-PT" sz="2000" b="1" dirty="0">
                    <a:solidFill>
                      <a:srgbClr val="8B0000"/>
                    </a:solidFill>
                  </a:rPr>
                  <a:t>Suspect</a:t>
                </a:r>
                <a:r>
                  <a:rPr lang="pt-PT" sz="2000" b="1" dirty="0">
                    <a:solidFill>
                      <a:schemeClr val="tx1"/>
                    </a:solidFill>
                  </a:rPr>
                  <a:t> Group Avg. = 0.27</a:t>
                </a:r>
              </a:p>
              <a:p>
                <a:pPr algn="r"/>
                <a:r>
                  <a:rPr lang="pt-PT" sz="2000" b="1" dirty="0">
                    <a:solidFill>
                      <a:srgbClr val="0C6D34"/>
                    </a:solidFill>
                  </a:rPr>
                  <a:t>Recent</a:t>
                </a:r>
                <a:r>
                  <a:rPr lang="pt-PT" sz="2000" b="1" dirty="0">
                    <a:solidFill>
                      <a:schemeClr val="tx1"/>
                    </a:solidFill>
                  </a:rPr>
                  <a:t> Group Avg. = 0.40</a:t>
                </a:r>
              </a:p>
              <a:p>
                <a:pPr algn="r"/>
                <a:r>
                  <a:rPr lang="pt-PT" sz="2000" b="1" dirty="0">
                    <a:solidFill>
                      <a:srgbClr val="156082"/>
                    </a:solidFill>
                  </a:rPr>
                  <a:t>Global</a:t>
                </a:r>
                <a:r>
                  <a:rPr lang="pt-PT" sz="2000" b="1" dirty="0">
                    <a:solidFill>
                      <a:schemeClr val="tx1"/>
                    </a:solidFill>
                  </a:rPr>
                  <a:t> Avg. = 0.34 </a:t>
                </a:r>
                <a:endParaRPr lang="en-US" sz="2000" b="1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86454176-8CDC-36C2-DF1E-1F947D09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020645" y="5372760"/>
              <a:ext cx="4196773" cy="0"/>
            </a:xfrm>
            <a:prstGeom prst="line">
              <a:avLst/>
            </a:prstGeom>
            <a:ln>
              <a:solidFill>
                <a:schemeClr val="accent1">
                  <a:lumMod val="50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Google Shape;106;p13"/>
          <p:cNvSpPr txBox="1"/>
          <p:nvPr/>
        </p:nvSpPr>
        <p:spPr>
          <a:xfrm>
            <a:off x="12955575" y="22367385"/>
            <a:ext cx="9355378" cy="1051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3808" tIns="303808" rIns="303808" bIns="303808" anchor="ctr" anchorCtr="0">
            <a:spAutoFit/>
          </a:bodyPr>
          <a:lstStyle/>
          <a:p>
            <a:pPr algn="ctr"/>
            <a:r>
              <a:rPr lang="en" sz="2845" b="1" dirty="0">
                <a:solidFill>
                  <a:srgbClr val="CC0000"/>
                </a:solidFill>
              </a:rPr>
              <a:t>DE-COP performance improves with </a:t>
            </a:r>
            <a:r>
              <a:rPr lang="en" sz="2845" b="1" dirty="0">
                <a:solidFill>
                  <a:srgbClr val="674EA7"/>
                </a:solidFill>
              </a:rPr>
              <a:t>Model Size.</a:t>
            </a:r>
            <a:endParaRPr sz="2845" b="1" dirty="0">
              <a:solidFill>
                <a:srgbClr val="674EA7"/>
              </a:solidFill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23124826" y="22335527"/>
            <a:ext cx="11039864" cy="1051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3808" tIns="303808" rIns="303808" bIns="303808" anchor="ctr" anchorCtr="0">
            <a:spAutoFit/>
          </a:bodyPr>
          <a:lstStyle/>
          <a:p>
            <a:pPr algn="ctr"/>
            <a:r>
              <a:rPr lang="en-US" sz="2845" b="1" dirty="0">
                <a:solidFill>
                  <a:srgbClr val="C00000"/>
                </a:solidFill>
              </a:rPr>
              <a:t>DE-COP is influenced by the </a:t>
            </a:r>
            <a:r>
              <a:rPr lang="en-US" sz="2845" b="1" dirty="0">
                <a:solidFill>
                  <a:srgbClr val="674EA7"/>
                </a:solidFill>
              </a:rPr>
              <a:t>Passage Length.</a:t>
            </a:r>
          </a:p>
        </p:txBody>
      </p:sp>
      <p:sp>
        <p:nvSpPr>
          <p:cNvPr id="88" name="Google Shape;107;p13">
            <a:extLst>
              <a:ext uri="{FF2B5EF4-FFF2-40B4-BE49-F238E27FC236}">
                <a16:creationId xmlns:a16="http://schemas.microsoft.com/office/drawing/2014/main" id="{44F09A3D-BDC7-2C5D-732C-9A4AB2215F75}"/>
              </a:ext>
            </a:extLst>
          </p:cNvPr>
          <p:cNvSpPr txBox="1"/>
          <p:nvPr/>
        </p:nvSpPr>
        <p:spPr>
          <a:xfrm>
            <a:off x="23411419" y="27002267"/>
            <a:ext cx="10383554" cy="1051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3808" tIns="303808" rIns="303808" bIns="303808" anchor="ctr" anchorCtr="0">
            <a:spAutoFit/>
          </a:bodyPr>
          <a:lstStyle/>
          <a:p>
            <a:pPr algn="ctr"/>
            <a:r>
              <a:rPr lang="en-US" sz="2845" b="1" dirty="0">
                <a:solidFill>
                  <a:srgbClr val="C00000"/>
                </a:solidFill>
              </a:rPr>
              <a:t>Average </a:t>
            </a:r>
            <a:r>
              <a:rPr lang="en-US" sz="2845" b="1" dirty="0">
                <a:solidFill>
                  <a:srgbClr val="694FA8"/>
                </a:solidFill>
              </a:rPr>
              <a:t>Human Score </a:t>
            </a:r>
            <a:r>
              <a:rPr lang="en-US" sz="2845" b="1" dirty="0">
                <a:solidFill>
                  <a:srgbClr val="C00000"/>
                </a:solidFill>
              </a:rPr>
              <a:t>is near random guessing!</a:t>
            </a:r>
            <a:endParaRPr lang="en-US" sz="2845" b="1" dirty="0">
              <a:solidFill>
                <a:srgbClr val="674EA7"/>
              </a:solidFill>
            </a:endParaRPr>
          </a:p>
        </p:txBody>
      </p:sp>
      <p:sp>
        <p:nvSpPr>
          <p:cNvPr id="89" name="Google Shape;107;p13">
            <a:extLst>
              <a:ext uri="{FF2B5EF4-FFF2-40B4-BE49-F238E27FC236}">
                <a16:creationId xmlns:a16="http://schemas.microsoft.com/office/drawing/2014/main" id="{65895281-D48E-E850-52E6-E6A8711D3A5A}"/>
              </a:ext>
            </a:extLst>
          </p:cNvPr>
          <p:cNvSpPr txBox="1"/>
          <p:nvPr/>
        </p:nvSpPr>
        <p:spPr>
          <a:xfrm>
            <a:off x="13023900" y="26586902"/>
            <a:ext cx="9133017" cy="1489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3808" tIns="303808" rIns="303808" bIns="303808" anchor="ctr" anchorCtr="0">
            <a:spAutoFit/>
          </a:bodyPr>
          <a:lstStyle/>
          <a:p>
            <a:pPr algn="ctr"/>
            <a:r>
              <a:rPr lang="en-US" sz="2845" b="1" dirty="0">
                <a:solidFill>
                  <a:srgbClr val="674EA7"/>
                </a:solidFill>
              </a:rPr>
              <a:t>Logit Calibration </a:t>
            </a:r>
            <a:r>
              <a:rPr lang="en-US" sz="2845" b="1" dirty="0">
                <a:solidFill>
                  <a:srgbClr val="CD0000"/>
                </a:solidFill>
              </a:rPr>
              <a:t>allows us to increase the training vs non-training data threshold.</a:t>
            </a:r>
            <a:endParaRPr lang="en-US" sz="2845" b="1" dirty="0">
              <a:solidFill>
                <a:srgbClr val="674EA7"/>
              </a:solidFill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DD85CC4-237D-BAFE-65AE-68932389B4F4}"/>
              </a:ext>
            </a:extLst>
          </p:cNvPr>
          <p:cNvGrpSpPr/>
          <p:nvPr/>
        </p:nvGrpSpPr>
        <p:grpSpPr>
          <a:xfrm>
            <a:off x="33741014" y="22736325"/>
            <a:ext cx="9569691" cy="9247575"/>
            <a:chOff x="23871792" y="21332240"/>
            <a:chExt cx="7975500" cy="9299612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127B3739-3AAA-B0AB-DD91-9828FA031EDF}"/>
                </a:ext>
              </a:extLst>
            </p:cNvPr>
            <p:cNvGrpSpPr/>
            <p:nvPr/>
          </p:nvGrpSpPr>
          <p:grpSpPr>
            <a:xfrm>
              <a:off x="23871792" y="21332240"/>
              <a:ext cx="7975500" cy="9299612"/>
              <a:chOff x="-377365" y="5468791"/>
              <a:chExt cx="9210502" cy="6134060"/>
            </a:xfrm>
          </p:grpSpPr>
          <p:sp>
            <p:nvSpPr>
              <p:cNvPr id="77" name="Google Shape;64;p13">
                <a:extLst>
                  <a:ext uri="{FF2B5EF4-FFF2-40B4-BE49-F238E27FC236}">
                    <a16:creationId xmlns:a16="http://schemas.microsoft.com/office/drawing/2014/main" id="{89148595-B667-3E4C-19B5-B008EDA03D5E}"/>
                  </a:ext>
                </a:extLst>
              </p:cNvPr>
              <p:cNvSpPr txBox="1"/>
              <p:nvPr/>
            </p:nvSpPr>
            <p:spPr>
              <a:xfrm>
                <a:off x="-377365" y="5468791"/>
                <a:ext cx="9210502" cy="861281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rgbClr val="404040"/>
                </a:solidFill>
              </a:ln>
            </p:spPr>
            <p:txBody>
              <a:bodyPr spcFirstLastPara="1" wrap="square" lIns="57992" tIns="28984" rIns="57992" bIns="28984" anchor="ctr" anchorCtr="0">
                <a:spAutoFit/>
              </a:bodyPr>
              <a:lstStyle/>
              <a:p>
                <a:pPr algn="ctr">
                  <a:buSzPts val="5400"/>
                </a:pPr>
                <a:r>
                  <a:rPr lang="pt-PT" sz="5400" dirty="0">
                    <a:solidFill>
                      <a:schemeClr val="bg1"/>
                    </a:solidFill>
                  </a:rPr>
                  <a:t>Takeaways</a:t>
                </a:r>
                <a:endParaRPr sz="5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8" name="Round Same Side Corner Rectangle 77">
                <a:extLst>
                  <a:ext uri="{FF2B5EF4-FFF2-40B4-BE49-F238E27FC236}">
                    <a16:creationId xmlns:a16="http://schemas.microsoft.com/office/drawing/2014/main" id="{1922F6D0-9C68-5F70-7B25-891ADEEBB702}"/>
                  </a:ext>
                </a:extLst>
              </p:cNvPr>
              <p:cNvSpPr/>
              <p:nvPr/>
            </p:nvSpPr>
            <p:spPr>
              <a:xfrm>
                <a:off x="-377365" y="5475125"/>
                <a:ext cx="9210502" cy="6127726"/>
              </a:xfrm>
              <a:prstGeom prst="round2SameRect">
                <a:avLst>
                  <a:gd name="adj1" fmla="val 0"/>
                  <a:gd name="adj2" fmla="val 0"/>
                </a:avLst>
              </a:prstGeom>
              <a:noFill/>
              <a:ln>
                <a:solidFill>
                  <a:srgbClr val="40404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65"/>
              </a:p>
            </p:txBody>
          </p:sp>
        </p:grp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DF78107-6727-8E80-BF4A-5C14C027CE06}"/>
                </a:ext>
              </a:extLst>
            </p:cNvPr>
            <p:cNvSpPr txBox="1"/>
            <p:nvPr/>
          </p:nvSpPr>
          <p:spPr>
            <a:xfrm>
              <a:off x="23930400" y="22876865"/>
              <a:ext cx="7751163" cy="7521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27608" indent="-527608" algn="just">
                <a:buFont typeface="Wingdings" pitchFamily="2" charset="2"/>
                <a:buChar char="§"/>
              </a:pPr>
              <a:r>
                <a:rPr lang="en-US" sz="4000" dirty="0"/>
                <a:t>DE-COP proves to be an effective detection method for open and closed source models.</a:t>
              </a:r>
            </a:p>
            <a:p>
              <a:pPr algn="just"/>
              <a:endParaRPr lang="en-US" sz="2000" dirty="0"/>
            </a:p>
            <a:p>
              <a:pPr marL="580728" indent="-580728" algn="just">
                <a:buFont typeface="Wingdings" pitchFamily="2" charset="2"/>
                <a:buChar char="§"/>
              </a:pPr>
              <a:r>
                <a:rPr lang="en-US" sz="4000" dirty="0"/>
                <a:t>DE-COP is not only simpler to implement as it is, on average,  better than all baselines.</a:t>
              </a:r>
            </a:p>
            <a:p>
              <a:pPr marL="580728" lvl="1" indent="-580728" algn="just">
                <a:buFont typeface="Wingdings" pitchFamily="2" charset="2"/>
                <a:buChar char="§"/>
              </a:pPr>
              <a:endParaRPr lang="en-US" sz="2000" dirty="0"/>
            </a:p>
            <a:p>
              <a:pPr marL="580728" indent="-580728" algn="just">
                <a:buFont typeface="Wingdings" pitchFamily="2" charset="2"/>
                <a:buChar char="§"/>
              </a:pPr>
              <a:r>
                <a:rPr lang="en-US" sz="4000" dirty="0"/>
                <a:t>Poor performance of the human evaluators in the book task supports our view that the models’ high accuracy is a consequence of being trained on these contents.</a:t>
              </a:r>
            </a:p>
          </p:txBody>
        </p:sp>
      </p:grpSp>
      <p:pic>
        <p:nvPicPr>
          <p:cNvPr id="4" name="Picture 3" descr="A qr code with a cat&#10;&#10;Description automatically generated">
            <a:extLst>
              <a:ext uri="{FF2B5EF4-FFF2-40B4-BE49-F238E27FC236}">
                <a16:creationId xmlns:a16="http://schemas.microsoft.com/office/drawing/2014/main" id="{CC13D62A-9413-637A-1AF7-7D64BABE025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574206" y="410654"/>
            <a:ext cx="2767962" cy="2767962"/>
          </a:xfrm>
          <a:prstGeom prst="rect">
            <a:avLst/>
          </a:prstGeom>
        </p:spPr>
      </p:pic>
      <p:grpSp>
        <p:nvGrpSpPr>
          <p:cNvPr id="350" name="Group 349">
            <a:extLst>
              <a:ext uri="{FF2B5EF4-FFF2-40B4-BE49-F238E27FC236}">
                <a16:creationId xmlns:a16="http://schemas.microsoft.com/office/drawing/2014/main" id="{C4E4D460-4829-78F3-BEF3-27C7CB58C098}"/>
              </a:ext>
            </a:extLst>
          </p:cNvPr>
          <p:cNvGrpSpPr/>
          <p:nvPr/>
        </p:nvGrpSpPr>
        <p:grpSpPr>
          <a:xfrm>
            <a:off x="35560941" y="9999013"/>
            <a:ext cx="7781226" cy="7584965"/>
            <a:chOff x="12975377" y="13585082"/>
            <a:chExt cx="7781226" cy="7584965"/>
          </a:xfrm>
        </p:grpSpPr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7A07713A-9CA2-6F79-6DCF-1C0DA1344B98}"/>
                </a:ext>
              </a:extLst>
            </p:cNvPr>
            <p:cNvSpPr txBox="1"/>
            <p:nvPr/>
          </p:nvSpPr>
          <p:spPr>
            <a:xfrm>
              <a:off x="14578849" y="20671128"/>
              <a:ext cx="2165979" cy="498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PT" sz="2642" dirty="0">
                  <a:latin typeface="Arial" panose="020B0604020202020204" pitchFamily="34" charset="0"/>
                  <a:cs typeface="Arial" panose="020B0604020202020204" pitchFamily="34" charset="0"/>
                </a:rPr>
                <a:t>Recent</a:t>
              </a:r>
              <a:r>
                <a:rPr lang="pt-PT" sz="2642" dirty="0">
                  <a:latin typeface="Calibri" panose="020F0502020204030204" pitchFamily="34" charset="0"/>
                  <a:cs typeface="Calibri" panose="020F0502020204030204" pitchFamily="34" charset="0"/>
                </a:rPr>
                <a:t> Books</a:t>
              </a:r>
              <a:endParaRPr lang="en-US" sz="2642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" name="Freeform: Shape 26">
              <a:extLst>
                <a:ext uri="{FF2B5EF4-FFF2-40B4-BE49-F238E27FC236}">
                  <a16:creationId xmlns:a16="http://schemas.microsoft.com/office/drawing/2014/main" id="{7CD760DC-EB7F-8F99-D830-CE6FD1C3E216}"/>
                </a:ext>
              </a:extLst>
            </p:cNvPr>
            <p:cNvSpPr/>
            <p:nvPr/>
          </p:nvSpPr>
          <p:spPr>
            <a:xfrm>
              <a:off x="14011707" y="13615168"/>
              <a:ext cx="3282156" cy="7047591"/>
            </a:xfrm>
            <a:custGeom>
              <a:avLst/>
              <a:gdLst>
                <a:gd name="connsiteX0" fmla="*/ 0 w 1506930"/>
                <a:gd name="connsiteY0" fmla="*/ 3301956 h 3301955"/>
                <a:gd name="connsiteX1" fmla="*/ 1506930 w 1506930"/>
                <a:gd name="connsiteY1" fmla="*/ 3301956 h 3301955"/>
                <a:gd name="connsiteX2" fmla="*/ 1506930 w 1506930"/>
                <a:gd name="connsiteY2" fmla="*/ 0 h 3301955"/>
                <a:gd name="connsiteX3" fmla="*/ 0 w 1506930"/>
                <a:gd name="connsiteY3" fmla="*/ 0 h 330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6930" h="3301955">
                  <a:moveTo>
                    <a:pt x="0" y="3301956"/>
                  </a:moveTo>
                  <a:lnTo>
                    <a:pt x="1506930" y="3301956"/>
                  </a:lnTo>
                  <a:lnTo>
                    <a:pt x="15069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F2D0"/>
            </a:solidFill>
            <a:ln w="12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41" dirty="0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FB6567A9-EC91-03F2-01F7-3C4063B0F11D}"/>
                </a:ext>
              </a:extLst>
            </p:cNvPr>
            <p:cNvCxnSpPr/>
            <p:nvPr/>
          </p:nvCxnSpPr>
          <p:spPr>
            <a:xfrm>
              <a:off x="14081442" y="18041454"/>
              <a:ext cx="3139915" cy="0"/>
            </a:xfrm>
            <a:prstGeom prst="line">
              <a:avLst/>
            </a:prstGeom>
            <a:ln>
              <a:solidFill>
                <a:srgbClr val="006400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Freeform: Shape 28">
              <a:extLst>
                <a:ext uri="{FF2B5EF4-FFF2-40B4-BE49-F238E27FC236}">
                  <a16:creationId xmlns:a16="http://schemas.microsoft.com/office/drawing/2014/main" id="{1213C181-117D-A3C5-2278-DE52B44FC84D}"/>
                </a:ext>
              </a:extLst>
            </p:cNvPr>
            <p:cNvSpPr/>
            <p:nvPr/>
          </p:nvSpPr>
          <p:spPr>
            <a:xfrm>
              <a:off x="14011707" y="15857590"/>
              <a:ext cx="3282156" cy="27107"/>
            </a:xfrm>
            <a:custGeom>
              <a:avLst/>
              <a:gdLst>
                <a:gd name="connsiteX0" fmla="*/ 0 w 1506930"/>
                <a:gd name="connsiteY0" fmla="*/ 0 h 12700"/>
                <a:gd name="connsiteX1" fmla="*/ 1506930 w 1506930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930" h="12700">
                  <a:moveTo>
                    <a:pt x="0" y="0"/>
                  </a:moveTo>
                  <a:lnTo>
                    <a:pt x="1506930" y="0"/>
                  </a:lnTo>
                </a:path>
              </a:pathLst>
            </a:custGeom>
            <a:noFill/>
            <a:ln w="6770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82" name="Freeform: Shape 29">
              <a:extLst>
                <a:ext uri="{FF2B5EF4-FFF2-40B4-BE49-F238E27FC236}">
                  <a16:creationId xmlns:a16="http://schemas.microsoft.com/office/drawing/2014/main" id="{A9D79306-6DB6-3E75-5A13-1C3EA888F034}"/>
                </a:ext>
              </a:extLst>
            </p:cNvPr>
            <p:cNvSpPr/>
            <p:nvPr/>
          </p:nvSpPr>
          <p:spPr>
            <a:xfrm>
              <a:off x="14011707" y="14576176"/>
              <a:ext cx="3282156" cy="27107"/>
            </a:xfrm>
            <a:custGeom>
              <a:avLst/>
              <a:gdLst>
                <a:gd name="connsiteX0" fmla="*/ 0 w 1506930"/>
                <a:gd name="connsiteY0" fmla="*/ 0 h 12700"/>
                <a:gd name="connsiteX1" fmla="*/ 1506930 w 1506930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930" h="12700">
                  <a:moveTo>
                    <a:pt x="0" y="0"/>
                  </a:moveTo>
                  <a:lnTo>
                    <a:pt x="1506930" y="0"/>
                  </a:lnTo>
                </a:path>
              </a:pathLst>
            </a:custGeom>
            <a:noFill/>
            <a:ln w="6770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84" name="Freeform: Shape 30">
              <a:extLst>
                <a:ext uri="{FF2B5EF4-FFF2-40B4-BE49-F238E27FC236}">
                  <a16:creationId xmlns:a16="http://schemas.microsoft.com/office/drawing/2014/main" id="{2933D98E-2842-56B2-4D26-7CDB2F23A5A3}"/>
                </a:ext>
              </a:extLst>
            </p:cNvPr>
            <p:cNvSpPr/>
            <p:nvPr/>
          </p:nvSpPr>
          <p:spPr>
            <a:xfrm>
              <a:off x="14011707" y="20342332"/>
              <a:ext cx="3282156" cy="27107"/>
            </a:xfrm>
            <a:custGeom>
              <a:avLst/>
              <a:gdLst>
                <a:gd name="connsiteX0" fmla="*/ 0 w 1506930"/>
                <a:gd name="connsiteY0" fmla="*/ 0 h 12700"/>
                <a:gd name="connsiteX1" fmla="*/ 1506930 w 1506930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930" h="12700">
                  <a:moveTo>
                    <a:pt x="0" y="0"/>
                  </a:moveTo>
                  <a:lnTo>
                    <a:pt x="1506930" y="0"/>
                  </a:lnTo>
                </a:path>
              </a:pathLst>
            </a:custGeom>
            <a:noFill/>
            <a:ln w="13539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85" name="Freeform: Shape 31">
              <a:extLst>
                <a:ext uri="{FF2B5EF4-FFF2-40B4-BE49-F238E27FC236}">
                  <a16:creationId xmlns:a16="http://schemas.microsoft.com/office/drawing/2014/main" id="{4BE73E5F-4B2C-21F8-4206-792CD3E0EDF3}"/>
                </a:ext>
              </a:extLst>
            </p:cNvPr>
            <p:cNvSpPr/>
            <p:nvPr/>
          </p:nvSpPr>
          <p:spPr>
            <a:xfrm>
              <a:off x="14011707" y="15216883"/>
              <a:ext cx="3282156" cy="27107"/>
            </a:xfrm>
            <a:custGeom>
              <a:avLst/>
              <a:gdLst>
                <a:gd name="connsiteX0" fmla="*/ 0 w 1506930"/>
                <a:gd name="connsiteY0" fmla="*/ 0 h 12700"/>
                <a:gd name="connsiteX1" fmla="*/ 1506930 w 1506930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930" h="12700">
                  <a:moveTo>
                    <a:pt x="0" y="0"/>
                  </a:moveTo>
                  <a:lnTo>
                    <a:pt x="1506930" y="0"/>
                  </a:lnTo>
                </a:path>
              </a:pathLst>
            </a:custGeom>
            <a:noFill/>
            <a:ln w="13539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86" name="Freeform: Shape 32">
              <a:extLst>
                <a:ext uri="{FF2B5EF4-FFF2-40B4-BE49-F238E27FC236}">
                  <a16:creationId xmlns:a16="http://schemas.microsoft.com/office/drawing/2014/main" id="{41A54570-0605-A84C-D330-93817BEFED4D}"/>
                </a:ext>
              </a:extLst>
            </p:cNvPr>
            <p:cNvSpPr/>
            <p:nvPr/>
          </p:nvSpPr>
          <p:spPr>
            <a:xfrm>
              <a:off x="14011707" y="13935466"/>
              <a:ext cx="3282156" cy="27107"/>
            </a:xfrm>
            <a:custGeom>
              <a:avLst/>
              <a:gdLst>
                <a:gd name="connsiteX0" fmla="*/ 0 w 1506930"/>
                <a:gd name="connsiteY0" fmla="*/ 0 h 12700"/>
                <a:gd name="connsiteX1" fmla="*/ 1506930 w 1506930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930" h="12700">
                  <a:moveTo>
                    <a:pt x="0" y="0"/>
                  </a:moveTo>
                  <a:lnTo>
                    <a:pt x="1506930" y="0"/>
                  </a:lnTo>
                </a:path>
              </a:pathLst>
            </a:custGeom>
            <a:noFill/>
            <a:ln w="13539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87" name="Freeform: Shape 2242">
              <a:extLst>
                <a:ext uri="{FF2B5EF4-FFF2-40B4-BE49-F238E27FC236}">
                  <a16:creationId xmlns:a16="http://schemas.microsoft.com/office/drawing/2014/main" id="{470A90B8-FBF2-03B6-75FB-D27BE1EB64A5}"/>
                </a:ext>
              </a:extLst>
            </p:cNvPr>
            <p:cNvSpPr/>
            <p:nvPr/>
          </p:nvSpPr>
          <p:spPr>
            <a:xfrm>
              <a:off x="15652779" y="13615168"/>
              <a:ext cx="27637" cy="7047591"/>
            </a:xfrm>
            <a:custGeom>
              <a:avLst/>
              <a:gdLst>
                <a:gd name="connsiteX0" fmla="*/ 0 w 12689"/>
                <a:gd name="connsiteY0" fmla="*/ 3301956 h 3301955"/>
                <a:gd name="connsiteX1" fmla="*/ 0 w 12689"/>
                <a:gd name="connsiteY1" fmla="*/ 0 h 330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89" h="3301955">
                  <a:moveTo>
                    <a:pt x="0" y="3301956"/>
                  </a:moveTo>
                  <a:lnTo>
                    <a:pt x="0" y="0"/>
                  </a:lnTo>
                </a:path>
              </a:pathLst>
            </a:custGeom>
            <a:noFill/>
            <a:ln w="13539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91" name="Freeform: Shape 2243">
              <a:extLst>
                <a:ext uri="{FF2B5EF4-FFF2-40B4-BE49-F238E27FC236}">
                  <a16:creationId xmlns:a16="http://schemas.microsoft.com/office/drawing/2014/main" id="{ADFC4173-B258-9F2F-1217-EDD9358E31C7}"/>
                </a:ext>
              </a:extLst>
            </p:cNvPr>
            <p:cNvSpPr/>
            <p:nvPr/>
          </p:nvSpPr>
          <p:spPr>
            <a:xfrm>
              <a:off x="17445342" y="13615168"/>
              <a:ext cx="3311261" cy="7047591"/>
            </a:xfrm>
            <a:custGeom>
              <a:avLst/>
              <a:gdLst>
                <a:gd name="connsiteX0" fmla="*/ 0 w 1506935"/>
                <a:gd name="connsiteY0" fmla="*/ 3301956 h 3301955"/>
                <a:gd name="connsiteX1" fmla="*/ 1506935 w 1506935"/>
                <a:gd name="connsiteY1" fmla="*/ 3301956 h 3301955"/>
                <a:gd name="connsiteX2" fmla="*/ 1506935 w 1506935"/>
                <a:gd name="connsiteY2" fmla="*/ 0 h 3301955"/>
                <a:gd name="connsiteX3" fmla="*/ 0 w 1506935"/>
                <a:gd name="connsiteY3" fmla="*/ 0 h 330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6935" h="3301955">
                  <a:moveTo>
                    <a:pt x="0" y="3301956"/>
                  </a:moveTo>
                  <a:lnTo>
                    <a:pt x="1506935" y="3301956"/>
                  </a:lnTo>
                  <a:lnTo>
                    <a:pt x="15069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6CC"/>
            </a:solidFill>
            <a:ln w="12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41"/>
            </a:p>
          </p:txBody>
        </p: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26098CC0-3FC5-39E8-BE0B-F163D5B72EA9}"/>
                </a:ext>
              </a:extLst>
            </p:cNvPr>
            <p:cNvCxnSpPr/>
            <p:nvPr/>
          </p:nvCxnSpPr>
          <p:spPr>
            <a:xfrm>
              <a:off x="17515220" y="15646637"/>
              <a:ext cx="3139915" cy="0"/>
            </a:xfrm>
            <a:prstGeom prst="line">
              <a:avLst/>
            </a:prstGeom>
            <a:ln>
              <a:solidFill>
                <a:srgbClr val="8B0000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Freeform: Shape 2246">
              <a:extLst>
                <a:ext uri="{FF2B5EF4-FFF2-40B4-BE49-F238E27FC236}">
                  <a16:creationId xmlns:a16="http://schemas.microsoft.com/office/drawing/2014/main" id="{F43497EF-19D9-F6F7-FDC1-A4E9555F8E29}"/>
                </a:ext>
              </a:extLst>
            </p:cNvPr>
            <p:cNvSpPr/>
            <p:nvPr/>
          </p:nvSpPr>
          <p:spPr>
            <a:xfrm>
              <a:off x="17445342" y="19701644"/>
              <a:ext cx="3282167" cy="27107"/>
            </a:xfrm>
            <a:custGeom>
              <a:avLst/>
              <a:gdLst>
                <a:gd name="connsiteX0" fmla="*/ 0 w 1506935"/>
                <a:gd name="connsiteY0" fmla="*/ 0 h 12700"/>
                <a:gd name="connsiteX1" fmla="*/ 1506935 w 1506935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935" h="12700">
                  <a:moveTo>
                    <a:pt x="0" y="0"/>
                  </a:moveTo>
                  <a:lnTo>
                    <a:pt x="1506935" y="0"/>
                  </a:lnTo>
                </a:path>
              </a:pathLst>
            </a:custGeom>
            <a:noFill/>
            <a:ln w="6770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95" name="Freeform: Shape 2247">
              <a:extLst>
                <a:ext uri="{FF2B5EF4-FFF2-40B4-BE49-F238E27FC236}">
                  <a16:creationId xmlns:a16="http://schemas.microsoft.com/office/drawing/2014/main" id="{5C67A6CB-FDE1-2ADB-EB1B-D8C65BF1DCED}"/>
                </a:ext>
              </a:extLst>
            </p:cNvPr>
            <p:cNvSpPr/>
            <p:nvPr/>
          </p:nvSpPr>
          <p:spPr>
            <a:xfrm>
              <a:off x="17445342" y="18420320"/>
              <a:ext cx="3282167" cy="27107"/>
            </a:xfrm>
            <a:custGeom>
              <a:avLst/>
              <a:gdLst>
                <a:gd name="connsiteX0" fmla="*/ 0 w 1506935"/>
                <a:gd name="connsiteY0" fmla="*/ 0 h 12700"/>
                <a:gd name="connsiteX1" fmla="*/ 1506935 w 1506935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935" h="12700">
                  <a:moveTo>
                    <a:pt x="0" y="0"/>
                  </a:moveTo>
                  <a:lnTo>
                    <a:pt x="1506935" y="0"/>
                  </a:lnTo>
                </a:path>
              </a:pathLst>
            </a:custGeom>
            <a:noFill/>
            <a:ln w="6770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97" name="Freeform: Shape 2248">
              <a:extLst>
                <a:ext uri="{FF2B5EF4-FFF2-40B4-BE49-F238E27FC236}">
                  <a16:creationId xmlns:a16="http://schemas.microsoft.com/office/drawing/2014/main" id="{51518169-3471-F8F8-4469-5A76B76D320B}"/>
                </a:ext>
              </a:extLst>
            </p:cNvPr>
            <p:cNvSpPr/>
            <p:nvPr/>
          </p:nvSpPr>
          <p:spPr>
            <a:xfrm>
              <a:off x="17445342" y="17138913"/>
              <a:ext cx="3282167" cy="27107"/>
            </a:xfrm>
            <a:custGeom>
              <a:avLst/>
              <a:gdLst>
                <a:gd name="connsiteX0" fmla="*/ 0 w 1506935"/>
                <a:gd name="connsiteY0" fmla="*/ 0 h 12700"/>
                <a:gd name="connsiteX1" fmla="*/ 1506935 w 1506935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935" h="12700">
                  <a:moveTo>
                    <a:pt x="0" y="0"/>
                  </a:moveTo>
                  <a:lnTo>
                    <a:pt x="1506935" y="0"/>
                  </a:lnTo>
                </a:path>
              </a:pathLst>
            </a:custGeom>
            <a:noFill/>
            <a:ln w="6770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98" name="Freeform: Shape 2249">
              <a:extLst>
                <a:ext uri="{FF2B5EF4-FFF2-40B4-BE49-F238E27FC236}">
                  <a16:creationId xmlns:a16="http://schemas.microsoft.com/office/drawing/2014/main" id="{8315834C-1834-216A-67D5-14F32FFDED8B}"/>
                </a:ext>
              </a:extLst>
            </p:cNvPr>
            <p:cNvSpPr/>
            <p:nvPr/>
          </p:nvSpPr>
          <p:spPr>
            <a:xfrm>
              <a:off x="17445342" y="15857590"/>
              <a:ext cx="3282167" cy="27107"/>
            </a:xfrm>
            <a:custGeom>
              <a:avLst/>
              <a:gdLst>
                <a:gd name="connsiteX0" fmla="*/ 0 w 1506935"/>
                <a:gd name="connsiteY0" fmla="*/ 0 h 12700"/>
                <a:gd name="connsiteX1" fmla="*/ 1506935 w 1506935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935" h="12700">
                  <a:moveTo>
                    <a:pt x="0" y="0"/>
                  </a:moveTo>
                  <a:lnTo>
                    <a:pt x="1506935" y="0"/>
                  </a:lnTo>
                </a:path>
              </a:pathLst>
            </a:custGeom>
            <a:noFill/>
            <a:ln w="6770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99" name="Freeform: Shape 2253">
              <a:extLst>
                <a:ext uri="{FF2B5EF4-FFF2-40B4-BE49-F238E27FC236}">
                  <a16:creationId xmlns:a16="http://schemas.microsoft.com/office/drawing/2014/main" id="{B215FC7A-CC37-3555-4BAC-41B7409A57C6}"/>
                </a:ext>
              </a:extLst>
            </p:cNvPr>
            <p:cNvSpPr/>
            <p:nvPr/>
          </p:nvSpPr>
          <p:spPr>
            <a:xfrm>
              <a:off x="17445342" y="14576176"/>
              <a:ext cx="3282167" cy="27107"/>
            </a:xfrm>
            <a:custGeom>
              <a:avLst/>
              <a:gdLst>
                <a:gd name="connsiteX0" fmla="*/ 0 w 1506935"/>
                <a:gd name="connsiteY0" fmla="*/ 0 h 12700"/>
                <a:gd name="connsiteX1" fmla="*/ 1506935 w 1506935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935" h="12700">
                  <a:moveTo>
                    <a:pt x="0" y="0"/>
                  </a:moveTo>
                  <a:lnTo>
                    <a:pt x="1506935" y="0"/>
                  </a:lnTo>
                </a:path>
              </a:pathLst>
            </a:custGeom>
            <a:noFill/>
            <a:ln w="6770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00" name="Freeform: Shape 2254">
              <a:extLst>
                <a:ext uri="{FF2B5EF4-FFF2-40B4-BE49-F238E27FC236}">
                  <a16:creationId xmlns:a16="http://schemas.microsoft.com/office/drawing/2014/main" id="{60F60E74-987E-7948-1A8E-AB8610C1BBF3}"/>
                </a:ext>
              </a:extLst>
            </p:cNvPr>
            <p:cNvSpPr/>
            <p:nvPr/>
          </p:nvSpPr>
          <p:spPr>
            <a:xfrm>
              <a:off x="17445342" y="20342332"/>
              <a:ext cx="3282167" cy="27107"/>
            </a:xfrm>
            <a:custGeom>
              <a:avLst/>
              <a:gdLst>
                <a:gd name="connsiteX0" fmla="*/ 0 w 1506935"/>
                <a:gd name="connsiteY0" fmla="*/ 0 h 12700"/>
                <a:gd name="connsiteX1" fmla="*/ 1506935 w 1506935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935" h="12700">
                  <a:moveTo>
                    <a:pt x="0" y="0"/>
                  </a:moveTo>
                  <a:lnTo>
                    <a:pt x="1506935" y="0"/>
                  </a:lnTo>
                </a:path>
              </a:pathLst>
            </a:custGeom>
            <a:noFill/>
            <a:ln w="13539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01" name="Freeform: Shape 2255">
              <a:extLst>
                <a:ext uri="{FF2B5EF4-FFF2-40B4-BE49-F238E27FC236}">
                  <a16:creationId xmlns:a16="http://schemas.microsoft.com/office/drawing/2014/main" id="{217817BE-0F37-53A2-BEDC-35FE866B18DE}"/>
                </a:ext>
              </a:extLst>
            </p:cNvPr>
            <p:cNvSpPr/>
            <p:nvPr/>
          </p:nvSpPr>
          <p:spPr>
            <a:xfrm>
              <a:off x="17445342" y="19061034"/>
              <a:ext cx="3282167" cy="27107"/>
            </a:xfrm>
            <a:custGeom>
              <a:avLst/>
              <a:gdLst>
                <a:gd name="connsiteX0" fmla="*/ 0 w 1506935"/>
                <a:gd name="connsiteY0" fmla="*/ 0 h 12700"/>
                <a:gd name="connsiteX1" fmla="*/ 1506935 w 1506935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935" h="12700">
                  <a:moveTo>
                    <a:pt x="0" y="0"/>
                  </a:moveTo>
                  <a:lnTo>
                    <a:pt x="1506935" y="0"/>
                  </a:lnTo>
                </a:path>
              </a:pathLst>
            </a:custGeom>
            <a:noFill/>
            <a:ln w="13539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02" name="Freeform: Shape 2256">
              <a:extLst>
                <a:ext uri="{FF2B5EF4-FFF2-40B4-BE49-F238E27FC236}">
                  <a16:creationId xmlns:a16="http://schemas.microsoft.com/office/drawing/2014/main" id="{0AFBE8BC-9893-F849-3D4E-818106403DEE}"/>
                </a:ext>
              </a:extLst>
            </p:cNvPr>
            <p:cNvSpPr/>
            <p:nvPr/>
          </p:nvSpPr>
          <p:spPr>
            <a:xfrm>
              <a:off x="17445342" y="17779603"/>
              <a:ext cx="3282167" cy="27107"/>
            </a:xfrm>
            <a:custGeom>
              <a:avLst/>
              <a:gdLst>
                <a:gd name="connsiteX0" fmla="*/ 0 w 1506935"/>
                <a:gd name="connsiteY0" fmla="*/ 0 h 12700"/>
                <a:gd name="connsiteX1" fmla="*/ 1506935 w 1506935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935" h="12700">
                  <a:moveTo>
                    <a:pt x="0" y="0"/>
                  </a:moveTo>
                  <a:lnTo>
                    <a:pt x="1506935" y="0"/>
                  </a:lnTo>
                </a:path>
              </a:pathLst>
            </a:custGeom>
            <a:noFill/>
            <a:ln w="13539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03" name="Freeform: Shape 2257">
              <a:extLst>
                <a:ext uri="{FF2B5EF4-FFF2-40B4-BE49-F238E27FC236}">
                  <a16:creationId xmlns:a16="http://schemas.microsoft.com/office/drawing/2014/main" id="{14598B59-E2C8-D9E6-F60D-6596C04FDF41}"/>
                </a:ext>
              </a:extLst>
            </p:cNvPr>
            <p:cNvSpPr/>
            <p:nvPr/>
          </p:nvSpPr>
          <p:spPr>
            <a:xfrm>
              <a:off x="17445342" y="16498197"/>
              <a:ext cx="3282167" cy="27107"/>
            </a:xfrm>
            <a:custGeom>
              <a:avLst/>
              <a:gdLst>
                <a:gd name="connsiteX0" fmla="*/ 0 w 1506935"/>
                <a:gd name="connsiteY0" fmla="*/ 0 h 12700"/>
                <a:gd name="connsiteX1" fmla="*/ 1506935 w 1506935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935" h="12700">
                  <a:moveTo>
                    <a:pt x="0" y="0"/>
                  </a:moveTo>
                  <a:lnTo>
                    <a:pt x="1506935" y="0"/>
                  </a:lnTo>
                </a:path>
              </a:pathLst>
            </a:custGeom>
            <a:noFill/>
            <a:ln w="13539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04" name="Freeform: Shape 2258">
              <a:extLst>
                <a:ext uri="{FF2B5EF4-FFF2-40B4-BE49-F238E27FC236}">
                  <a16:creationId xmlns:a16="http://schemas.microsoft.com/office/drawing/2014/main" id="{B837823D-39C4-9623-3F02-8CBCD06C6DB7}"/>
                </a:ext>
              </a:extLst>
            </p:cNvPr>
            <p:cNvSpPr/>
            <p:nvPr/>
          </p:nvSpPr>
          <p:spPr>
            <a:xfrm>
              <a:off x="17445342" y="15216883"/>
              <a:ext cx="3282167" cy="27107"/>
            </a:xfrm>
            <a:custGeom>
              <a:avLst/>
              <a:gdLst>
                <a:gd name="connsiteX0" fmla="*/ 0 w 1506935"/>
                <a:gd name="connsiteY0" fmla="*/ 0 h 12700"/>
                <a:gd name="connsiteX1" fmla="*/ 1506935 w 1506935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935" h="12700">
                  <a:moveTo>
                    <a:pt x="0" y="0"/>
                  </a:moveTo>
                  <a:lnTo>
                    <a:pt x="1506935" y="0"/>
                  </a:lnTo>
                </a:path>
              </a:pathLst>
            </a:custGeom>
            <a:noFill/>
            <a:ln w="13539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05" name="Freeform: Shape 2260">
              <a:extLst>
                <a:ext uri="{FF2B5EF4-FFF2-40B4-BE49-F238E27FC236}">
                  <a16:creationId xmlns:a16="http://schemas.microsoft.com/office/drawing/2014/main" id="{33CEE2CE-6D98-53D7-BD4F-2EE08D4E76B8}"/>
                </a:ext>
              </a:extLst>
            </p:cNvPr>
            <p:cNvSpPr/>
            <p:nvPr/>
          </p:nvSpPr>
          <p:spPr>
            <a:xfrm>
              <a:off x="17445342" y="13935466"/>
              <a:ext cx="3282167" cy="27107"/>
            </a:xfrm>
            <a:custGeom>
              <a:avLst/>
              <a:gdLst>
                <a:gd name="connsiteX0" fmla="*/ 0 w 1506935"/>
                <a:gd name="connsiteY0" fmla="*/ 0 h 12700"/>
                <a:gd name="connsiteX1" fmla="*/ 1506935 w 1506935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935" h="12700">
                  <a:moveTo>
                    <a:pt x="0" y="0"/>
                  </a:moveTo>
                  <a:lnTo>
                    <a:pt x="1506935" y="0"/>
                  </a:lnTo>
                </a:path>
              </a:pathLst>
            </a:custGeom>
            <a:noFill/>
            <a:ln w="13539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08" name="Freeform: Shape 2261">
              <a:extLst>
                <a:ext uri="{FF2B5EF4-FFF2-40B4-BE49-F238E27FC236}">
                  <a16:creationId xmlns:a16="http://schemas.microsoft.com/office/drawing/2014/main" id="{004B09DB-CBBA-34C0-20F5-136C2E60A51B}"/>
                </a:ext>
              </a:extLst>
            </p:cNvPr>
            <p:cNvSpPr/>
            <p:nvPr/>
          </p:nvSpPr>
          <p:spPr>
            <a:xfrm>
              <a:off x="19086428" y="13615168"/>
              <a:ext cx="27637" cy="7047591"/>
            </a:xfrm>
            <a:custGeom>
              <a:avLst/>
              <a:gdLst>
                <a:gd name="connsiteX0" fmla="*/ 0 w 12689"/>
                <a:gd name="connsiteY0" fmla="*/ 3301956 h 3301955"/>
                <a:gd name="connsiteX1" fmla="*/ 0 w 12689"/>
                <a:gd name="connsiteY1" fmla="*/ 0 h 330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89" h="3301955">
                  <a:moveTo>
                    <a:pt x="0" y="3301956"/>
                  </a:moveTo>
                  <a:lnTo>
                    <a:pt x="0" y="0"/>
                  </a:lnTo>
                </a:path>
              </a:pathLst>
            </a:custGeom>
            <a:noFill/>
            <a:ln w="13539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09" name="Diamond 108">
              <a:extLst>
                <a:ext uri="{FF2B5EF4-FFF2-40B4-BE49-F238E27FC236}">
                  <a16:creationId xmlns:a16="http://schemas.microsoft.com/office/drawing/2014/main" id="{EF08931D-AFF4-ECEB-A412-31BB9E2014BB}"/>
                </a:ext>
              </a:extLst>
            </p:cNvPr>
            <p:cNvSpPr/>
            <p:nvPr/>
          </p:nvSpPr>
          <p:spPr>
            <a:xfrm>
              <a:off x="19615190" y="14952912"/>
              <a:ext cx="432386" cy="424174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10" name="Diamond 109">
              <a:extLst>
                <a:ext uri="{FF2B5EF4-FFF2-40B4-BE49-F238E27FC236}">
                  <a16:creationId xmlns:a16="http://schemas.microsoft.com/office/drawing/2014/main" id="{6DA0A4CF-8768-EB27-1B46-A2884E3B87B1}"/>
                </a:ext>
              </a:extLst>
            </p:cNvPr>
            <p:cNvSpPr/>
            <p:nvPr/>
          </p:nvSpPr>
          <p:spPr>
            <a:xfrm>
              <a:off x="18602550" y="15607704"/>
              <a:ext cx="432359" cy="424172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11" name="Diamond 110">
              <a:extLst>
                <a:ext uri="{FF2B5EF4-FFF2-40B4-BE49-F238E27FC236}">
                  <a16:creationId xmlns:a16="http://schemas.microsoft.com/office/drawing/2014/main" id="{CED72C43-ACCB-0C19-5D4F-D6259CE42281}"/>
                </a:ext>
              </a:extLst>
            </p:cNvPr>
            <p:cNvSpPr/>
            <p:nvPr/>
          </p:nvSpPr>
          <p:spPr>
            <a:xfrm>
              <a:off x="19174511" y="15427169"/>
              <a:ext cx="432386" cy="424070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12" name="Diamond 111">
              <a:extLst>
                <a:ext uri="{FF2B5EF4-FFF2-40B4-BE49-F238E27FC236}">
                  <a16:creationId xmlns:a16="http://schemas.microsoft.com/office/drawing/2014/main" id="{7FC6D61E-EA34-07CF-2B1F-96F11890D9C2}"/>
                </a:ext>
              </a:extLst>
            </p:cNvPr>
            <p:cNvSpPr/>
            <p:nvPr/>
          </p:nvSpPr>
          <p:spPr>
            <a:xfrm>
              <a:off x="18761247" y="14697095"/>
              <a:ext cx="432470" cy="424070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13" name="Diamond 112">
              <a:extLst>
                <a:ext uri="{FF2B5EF4-FFF2-40B4-BE49-F238E27FC236}">
                  <a16:creationId xmlns:a16="http://schemas.microsoft.com/office/drawing/2014/main" id="{EA750244-206B-0926-6D76-B3AD9C85D14A}"/>
                </a:ext>
              </a:extLst>
            </p:cNvPr>
            <p:cNvSpPr/>
            <p:nvPr/>
          </p:nvSpPr>
          <p:spPr>
            <a:xfrm>
              <a:off x="18744415" y="14669777"/>
              <a:ext cx="432359" cy="424174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14" name="Diamond 113">
              <a:extLst>
                <a:ext uri="{FF2B5EF4-FFF2-40B4-BE49-F238E27FC236}">
                  <a16:creationId xmlns:a16="http://schemas.microsoft.com/office/drawing/2014/main" id="{632CF6BC-8571-3821-9703-88E7DE37EA5B}"/>
                </a:ext>
              </a:extLst>
            </p:cNvPr>
            <p:cNvSpPr/>
            <p:nvPr/>
          </p:nvSpPr>
          <p:spPr>
            <a:xfrm>
              <a:off x="19593604" y="14446999"/>
              <a:ext cx="432386" cy="424067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15" name="Diamond 114">
              <a:extLst>
                <a:ext uri="{FF2B5EF4-FFF2-40B4-BE49-F238E27FC236}">
                  <a16:creationId xmlns:a16="http://schemas.microsoft.com/office/drawing/2014/main" id="{50CAC96E-C038-92D5-9440-1786E391C047}"/>
                </a:ext>
              </a:extLst>
            </p:cNvPr>
            <p:cNvSpPr/>
            <p:nvPr/>
          </p:nvSpPr>
          <p:spPr>
            <a:xfrm>
              <a:off x="18267668" y="16361719"/>
              <a:ext cx="432359" cy="424161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16" name="Diamond 115">
              <a:extLst>
                <a:ext uri="{FF2B5EF4-FFF2-40B4-BE49-F238E27FC236}">
                  <a16:creationId xmlns:a16="http://schemas.microsoft.com/office/drawing/2014/main" id="{FB2DC6FA-9D13-D61C-AE9E-1675392F1E89}"/>
                </a:ext>
              </a:extLst>
            </p:cNvPr>
            <p:cNvSpPr/>
            <p:nvPr/>
          </p:nvSpPr>
          <p:spPr>
            <a:xfrm>
              <a:off x="18800546" y="14862068"/>
              <a:ext cx="432470" cy="424067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17" name="Diamond 116">
              <a:extLst>
                <a:ext uri="{FF2B5EF4-FFF2-40B4-BE49-F238E27FC236}">
                  <a16:creationId xmlns:a16="http://schemas.microsoft.com/office/drawing/2014/main" id="{3135F5DB-C2B9-A033-5BA7-DC92DD69C886}"/>
                </a:ext>
              </a:extLst>
            </p:cNvPr>
            <p:cNvSpPr/>
            <p:nvPr/>
          </p:nvSpPr>
          <p:spPr>
            <a:xfrm>
              <a:off x="19238433" y="17091777"/>
              <a:ext cx="432359" cy="424080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18" name="Diamond 117">
              <a:extLst>
                <a:ext uri="{FF2B5EF4-FFF2-40B4-BE49-F238E27FC236}">
                  <a16:creationId xmlns:a16="http://schemas.microsoft.com/office/drawing/2014/main" id="{06A1793B-5E3A-899C-E640-06D0E74BD786}"/>
                </a:ext>
              </a:extLst>
            </p:cNvPr>
            <p:cNvSpPr/>
            <p:nvPr/>
          </p:nvSpPr>
          <p:spPr>
            <a:xfrm>
              <a:off x="19191673" y="15545127"/>
              <a:ext cx="432386" cy="424172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19" name="Diamond 118">
              <a:extLst>
                <a:ext uri="{FF2B5EF4-FFF2-40B4-BE49-F238E27FC236}">
                  <a16:creationId xmlns:a16="http://schemas.microsoft.com/office/drawing/2014/main" id="{C7650C0D-1B52-B5C8-E068-24B71DA86E32}"/>
                </a:ext>
              </a:extLst>
            </p:cNvPr>
            <p:cNvSpPr/>
            <p:nvPr/>
          </p:nvSpPr>
          <p:spPr>
            <a:xfrm>
              <a:off x="19365594" y="15608131"/>
              <a:ext cx="432386" cy="424067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20" name="Diamond 119">
              <a:extLst>
                <a:ext uri="{FF2B5EF4-FFF2-40B4-BE49-F238E27FC236}">
                  <a16:creationId xmlns:a16="http://schemas.microsoft.com/office/drawing/2014/main" id="{FE163C41-8C35-8691-9734-EEBFA80C7989}"/>
                </a:ext>
              </a:extLst>
            </p:cNvPr>
            <p:cNvSpPr/>
            <p:nvPr/>
          </p:nvSpPr>
          <p:spPr>
            <a:xfrm>
              <a:off x="19458540" y="14327979"/>
              <a:ext cx="432386" cy="424070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21" name="Diamond 120">
              <a:extLst>
                <a:ext uri="{FF2B5EF4-FFF2-40B4-BE49-F238E27FC236}">
                  <a16:creationId xmlns:a16="http://schemas.microsoft.com/office/drawing/2014/main" id="{E45F1140-426A-D737-546D-74F7072C70CA}"/>
                </a:ext>
              </a:extLst>
            </p:cNvPr>
            <p:cNvSpPr/>
            <p:nvPr/>
          </p:nvSpPr>
          <p:spPr>
            <a:xfrm>
              <a:off x="19307944" y="16934639"/>
              <a:ext cx="432386" cy="424080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22" name="Diamond 121">
              <a:extLst>
                <a:ext uri="{FF2B5EF4-FFF2-40B4-BE49-F238E27FC236}">
                  <a16:creationId xmlns:a16="http://schemas.microsoft.com/office/drawing/2014/main" id="{F74B3A22-B69C-ADC9-7057-CDD7A0FE89CB}"/>
                </a:ext>
              </a:extLst>
            </p:cNvPr>
            <p:cNvSpPr/>
            <p:nvPr/>
          </p:nvSpPr>
          <p:spPr>
            <a:xfrm>
              <a:off x="18975438" y="15427169"/>
              <a:ext cx="432470" cy="424174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23" name="Diamond 122">
              <a:extLst>
                <a:ext uri="{FF2B5EF4-FFF2-40B4-BE49-F238E27FC236}">
                  <a16:creationId xmlns:a16="http://schemas.microsoft.com/office/drawing/2014/main" id="{346B9B0F-7C0A-F754-ED10-DDBB1C0F7757}"/>
                </a:ext>
              </a:extLst>
            </p:cNvPr>
            <p:cNvSpPr/>
            <p:nvPr/>
          </p:nvSpPr>
          <p:spPr>
            <a:xfrm>
              <a:off x="18615401" y="15694110"/>
              <a:ext cx="432359" cy="424067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24" name="Diamond 123">
              <a:extLst>
                <a:ext uri="{FF2B5EF4-FFF2-40B4-BE49-F238E27FC236}">
                  <a16:creationId xmlns:a16="http://schemas.microsoft.com/office/drawing/2014/main" id="{A69C8FDF-EF7F-639C-D6EA-BC7987F43B72}"/>
                </a:ext>
              </a:extLst>
            </p:cNvPr>
            <p:cNvSpPr/>
            <p:nvPr/>
          </p:nvSpPr>
          <p:spPr>
            <a:xfrm>
              <a:off x="18172211" y="14555529"/>
              <a:ext cx="432386" cy="424172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31" name="Diamond 130">
              <a:extLst>
                <a:ext uri="{FF2B5EF4-FFF2-40B4-BE49-F238E27FC236}">
                  <a16:creationId xmlns:a16="http://schemas.microsoft.com/office/drawing/2014/main" id="{BA909A96-54D1-0E0A-3166-D578C3064306}"/>
                </a:ext>
              </a:extLst>
            </p:cNvPr>
            <p:cNvSpPr/>
            <p:nvPr/>
          </p:nvSpPr>
          <p:spPr>
            <a:xfrm>
              <a:off x="18119532" y="15073732"/>
              <a:ext cx="432386" cy="424067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32" name="Diamond 131">
              <a:extLst>
                <a:ext uri="{FF2B5EF4-FFF2-40B4-BE49-F238E27FC236}">
                  <a16:creationId xmlns:a16="http://schemas.microsoft.com/office/drawing/2014/main" id="{4A9F7AFC-CD10-47D0-0EEC-5AC65D2ECECF}"/>
                </a:ext>
              </a:extLst>
            </p:cNvPr>
            <p:cNvSpPr/>
            <p:nvPr/>
          </p:nvSpPr>
          <p:spPr>
            <a:xfrm>
              <a:off x="19391298" y="15208417"/>
              <a:ext cx="432470" cy="424067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33" name="Diamond 132">
              <a:extLst>
                <a:ext uri="{FF2B5EF4-FFF2-40B4-BE49-F238E27FC236}">
                  <a16:creationId xmlns:a16="http://schemas.microsoft.com/office/drawing/2014/main" id="{50647820-2F2E-3684-47B6-87FE5D973994}"/>
                </a:ext>
              </a:extLst>
            </p:cNvPr>
            <p:cNvSpPr/>
            <p:nvPr/>
          </p:nvSpPr>
          <p:spPr>
            <a:xfrm>
              <a:off x="19188657" y="15858863"/>
              <a:ext cx="432359" cy="424163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35" name="Diamond 134">
              <a:extLst>
                <a:ext uri="{FF2B5EF4-FFF2-40B4-BE49-F238E27FC236}">
                  <a16:creationId xmlns:a16="http://schemas.microsoft.com/office/drawing/2014/main" id="{DC71B997-BD38-027E-9DBE-C1ECB66880E5}"/>
                </a:ext>
              </a:extLst>
            </p:cNvPr>
            <p:cNvSpPr/>
            <p:nvPr/>
          </p:nvSpPr>
          <p:spPr>
            <a:xfrm>
              <a:off x="18386510" y="15694216"/>
              <a:ext cx="432386" cy="424067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36" name="Diamond 135">
              <a:extLst>
                <a:ext uri="{FF2B5EF4-FFF2-40B4-BE49-F238E27FC236}">
                  <a16:creationId xmlns:a16="http://schemas.microsoft.com/office/drawing/2014/main" id="{416A72A3-0DE6-FCFD-CED2-25AD9A111F7E}"/>
                </a:ext>
              </a:extLst>
            </p:cNvPr>
            <p:cNvSpPr/>
            <p:nvPr/>
          </p:nvSpPr>
          <p:spPr>
            <a:xfrm>
              <a:off x="19194161" y="15309004"/>
              <a:ext cx="432498" cy="424172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37" name="Diamond 136">
              <a:extLst>
                <a:ext uri="{FF2B5EF4-FFF2-40B4-BE49-F238E27FC236}">
                  <a16:creationId xmlns:a16="http://schemas.microsoft.com/office/drawing/2014/main" id="{D1047449-2C1D-E81D-5E8B-DF07CF22FF9B}"/>
                </a:ext>
              </a:extLst>
            </p:cNvPr>
            <p:cNvSpPr/>
            <p:nvPr/>
          </p:nvSpPr>
          <p:spPr>
            <a:xfrm>
              <a:off x="18178375" y="16298696"/>
              <a:ext cx="432498" cy="424080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38" name="Diamond 137">
              <a:extLst>
                <a:ext uri="{FF2B5EF4-FFF2-40B4-BE49-F238E27FC236}">
                  <a16:creationId xmlns:a16="http://schemas.microsoft.com/office/drawing/2014/main" id="{513FC911-D615-9967-7F6F-EF5BA3B98A3A}"/>
                </a:ext>
              </a:extLst>
            </p:cNvPr>
            <p:cNvSpPr/>
            <p:nvPr/>
          </p:nvSpPr>
          <p:spPr>
            <a:xfrm>
              <a:off x="18271979" y="16797319"/>
              <a:ext cx="432359" cy="424080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39" name="Diamond 138">
              <a:extLst>
                <a:ext uri="{FF2B5EF4-FFF2-40B4-BE49-F238E27FC236}">
                  <a16:creationId xmlns:a16="http://schemas.microsoft.com/office/drawing/2014/main" id="{BB107B9E-4BD7-AF8C-CF4B-037C310289BA}"/>
                </a:ext>
              </a:extLst>
            </p:cNvPr>
            <p:cNvSpPr/>
            <p:nvPr/>
          </p:nvSpPr>
          <p:spPr>
            <a:xfrm>
              <a:off x="19216075" y="16573582"/>
              <a:ext cx="432470" cy="424080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40" name="Diamond 139">
              <a:extLst>
                <a:ext uri="{FF2B5EF4-FFF2-40B4-BE49-F238E27FC236}">
                  <a16:creationId xmlns:a16="http://schemas.microsoft.com/office/drawing/2014/main" id="{1E727B7D-A0E1-E1BC-A815-57A5527C9CD0}"/>
                </a:ext>
              </a:extLst>
            </p:cNvPr>
            <p:cNvSpPr/>
            <p:nvPr/>
          </p:nvSpPr>
          <p:spPr>
            <a:xfrm>
              <a:off x="19422056" y="16935181"/>
              <a:ext cx="432498" cy="424052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41" name="Diamond 140">
              <a:extLst>
                <a:ext uri="{FF2B5EF4-FFF2-40B4-BE49-F238E27FC236}">
                  <a16:creationId xmlns:a16="http://schemas.microsoft.com/office/drawing/2014/main" id="{9FB8C968-A54C-2E7C-7C8C-B7AD04A87486}"/>
                </a:ext>
              </a:extLst>
            </p:cNvPr>
            <p:cNvSpPr/>
            <p:nvPr/>
          </p:nvSpPr>
          <p:spPr>
            <a:xfrm>
              <a:off x="18063951" y="17290847"/>
              <a:ext cx="432359" cy="424080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42" name="Diamond 141">
              <a:extLst>
                <a:ext uri="{FF2B5EF4-FFF2-40B4-BE49-F238E27FC236}">
                  <a16:creationId xmlns:a16="http://schemas.microsoft.com/office/drawing/2014/main" id="{13493507-3050-9C86-77BA-443D020392F3}"/>
                </a:ext>
              </a:extLst>
            </p:cNvPr>
            <p:cNvSpPr/>
            <p:nvPr/>
          </p:nvSpPr>
          <p:spPr>
            <a:xfrm>
              <a:off x="18739884" y="15623378"/>
              <a:ext cx="432470" cy="424067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43" name="Diamond 142">
              <a:extLst>
                <a:ext uri="{FF2B5EF4-FFF2-40B4-BE49-F238E27FC236}">
                  <a16:creationId xmlns:a16="http://schemas.microsoft.com/office/drawing/2014/main" id="{DAEE8966-4521-3AD2-822E-D3A293D5895B}"/>
                </a:ext>
              </a:extLst>
            </p:cNvPr>
            <p:cNvSpPr/>
            <p:nvPr/>
          </p:nvSpPr>
          <p:spPr>
            <a:xfrm>
              <a:off x="18490595" y="14720496"/>
              <a:ext cx="432386" cy="424172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44" name="Diamond 143">
              <a:extLst>
                <a:ext uri="{FF2B5EF4-FFF2-40B4-BE49-F238E27FC236}">
                  <a16:creationId xmlns:a16="http://schemas.microsoft.com/office/drawing/2014/main" id="{7D575F2C-82E3-17B4-A91E-2ECB53B4C500}"/>
                </a:ext>
              </a:extLst>
            </p:cNvPr>
            <p:cNvSpPr/>
            <p:nvPr/>
          </p:nvSpPr>
          <p:spPr>
            <a:xfrm>
              <a:off x="18647351" y="16843590"/>
              <a:ext cx="432359" cy="424161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45" name="Diamond 144">
              <a:extLst>
                <a:ext uri="{FF2B5EF4-FFF2-40B4-BE49-F238E27FC236}">
                  <a16:creationId xmlns:a16="http://schemas.microsoft.com/office/drawing/2014/main" id="{397778A9-4EA8-F0A2-A44F-0C9DBA3CB3CF}"/>
                </a:ext>
              </a:extLst>
            </p:cNvPr>
            <p:cNvSpPr/>
            <p:nvPr/>
          </p:nvSpPr>
          <p:spPr>
            <a:xfrm>
              <a:off x="18959130" y="15152298"/>
              <a:ext cx="432386" cy="424067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46" name="Diamond 145">
              <a:extLst>
                <a:ext uri="{FF2B5EF4-FFF2-40B4-BE49-F238E27FC236}">
                  <a16:creationId xmlns:a16="http://schemas.microsoft.com/office/drawing/2014/main" id="{6F9969CC-3C3A-B4CA-6A78-E2FF591CFFB9}"/>
                </a:ext>
              </a:extLst>
            </p:cNvPr>
            <p:cNvSpPr/>
            <p:nvPr/>
          </p:nvSpPr>
          <p:spPr>
            <a:xfrm>
              <a:off x="18932046" y="15215190"/>
              <a:ext cx="432470" cy="424172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47" name="Diamond 146">
              <a:extLst>
                <a:ext uri="{FF2B5EF4-FFF2-40B4-BE49-F238E27FC236}">
                  <a16:creationId xmlns:a16="http://schemas.microsoft.com/office/drawing/2014/main" id="{ED5A66C0-0037-E70D-6009-44DFD5E7C161}"/>
                </a:ext>
              </a:extLst>
            </p:cNvPr>
            <p:cNvSpPr/>
            <p:nvPr/>
          </p:nvSpPr>
          <p:spPr>
            <a:xfrm>
              <a:off x="18461545" y="15223028"/>
              <a:ext cx="432386" cy="424067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48" name="Diamond 147">
              <a:extLst>
                <a:ext uri="{FF2B5EF4-FFF2-40B4-BE49-F238E27FC236}">
                  <a16:creationId xmlns:a16="http://schemas.microsoft.com/office/drawing/2014/main" id="{397910F3-6400-32FE-CAFA-F84DC4E60A2B}"/>
                </a:ext>
              </a:extLst>
            </p:cNvPr>
            <p:cNvSpPr/>
            <p:nvPr/>
          </p:nvSpPr>
          <p:spPr>
            <a:xfrm>
              <a:off x="19185729" y="15254367"/>
              <a:ext cx="432386" cy="424070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49" name="Diamond 148">
              <a:extLst>
                <a:ext uri="{FF2B5EF4-FFF2-40B4-BE49-F238E27FC236}">
                  <a16:creationId xmlns:a16="http://schemas.microsoft.com/office/drawing/2014/main" id="{CC3D5493-4BF9-4CAF-FC8E-4F67F188566C}"/>
                </a:ext>
              </a:extLst>
            </p:cNvPr>
            <p:cNvSpPr/>
            <p:nvPr/>
          </p:nvSpPr>
          <p:spPr>
            <a:xfrm>
              <a:off x="19246309" y="15246744"/>
              <a:ext cx="432359" cy="424172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50" name="Diamond 149">
              <a:extLst>
                <a:ext uri="{FF2B5EF4-FFF2-40B4-BE49-F238E27FC236}">
                  <a16:creationId xmlns:a16="http://schemas.microsoft.com/office/drawing/2014/main" id="{065F96CC-6861-A6E6-9D39-5606A85E0A9A}"/>
                </a:ext>
              </a:extLst>
            </p:cNvPr>
            <p:cNvSpPr/>
            <p:nvPr/>
          </p:nvSpPr>
          <p:spPr>
            <a:xfrm>
              <a:off x="18561621" y="14964140"/>
              <a:ext cx="432498" cy="424067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51" name="Diamond 150">
              <a:extLst>
                <a:ext uri="{FF2B5EF4-FFF2-40B4-BE49-F238E27FC236}">
                  <a16:creationId xmlns:a16="http://schemas.microsoft.com/office/drawing/2014/main" id="{AF127367-B42A-DC88-5877-863EABB25A37}"/>
                </a:ext>
              </a:extLst>
            </p:cNvPr>
            <p:cNvSpPr/>
            <p:nvPr/>
          </p:nvSpPr>
          <p:spPr>
            <a:xfrm>
              <a:off x="18547913" y="15228106"/>
              <a:ext cx="432386" cy="424172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52" name="Diamond 151">
              <a:extLst>
                <a:ext uri="{FF2B5EF4-FFF2-40B4-BE49-F238E27FC236}">
                  <a16:creationId xmlns:a16="http://schemas.microsoft.com/office/drawing/2014/main" id="{C03315D1-E049-2529-A5BB-B27184D9D318}"/>
                </a:ext>
              </a:extLst>
            </p:cNvPr>
            <p:cNvSpPr/>
            <p:nvPr/>
          </p:nvSpPr>
          <p:spPr>
            <a:xfrm>
              <a:off x="18735984" y="15144564"/>
              <a:ext cx="432359" cy="424174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53" name="Diamond 152">
              <a:extLst>
                <a:ext uri="{FF2B5EF4-FFF2-40B4-BE49-F238E27FC236}">
                  <a16:creationId xmlns:a16="http://schemas.microsoft.com/office/drawing/2014/main" id="{DB8335EC-2561-3A74-02E3-DFB0FACD7C94}"/>
                </a:ext>
              </a:extLst>
            </p:cNvPr>
            <p:cNvSpPr/>
            <p:nvPr/>
          </p:nvSpPr>
          <p:spPr>
            <a:xfrm>
              <a:off x="18530970" y="15433629"/>
              <a:ext cx="432470" cy="424172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54" name="Diamond 153">
              <a:extLst>
                <a:ext uri="{FF2B5EF4-FFF2-40B4-BE49-F238E27FC236}">
                  <a16:creationId xmlns:a16="http://schemas.microsoft.com/office/drawing/2014/main" id="{100A0FCA-4284-C7F7-689A-3E8F636C34B0}"/>
                </a:ext>
              </a:extLst>
            </p:cNvPr>
            <p:cNvSpPr/>
            <p:nvPr/>
          </p:nvSpPr>
          <p:spPr>
            <a:xfrm>
              <a:off x="18778190" y="14783178"/>
              <a:ext cx="432386" cy="424174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55" name="Diamond 154">
              <a:extLst>
                <a:ext uri="{FF2B5EF4-FFF2-40B4-BE49-F238E27FC236}">
                  <a16:creationId xmlns:a16="http://schemas.microsoft.com/office/drawing/2014/main" id="{00139F49-7982-54D7-B276-BC834CA896C5}"/>
                </a:ext>
              </a:extLst>
            </p:cNvPr>
            <p:cNvSpPr/>
            <p:nvPr/>
          </p:nvSpPr>
          <p:spPr>
            <a:xfrm>
              <a:off x="18141034" y="16879695"/>
              <a:ext cx="432359" cy="424161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56" name="Diamond 155">
              <a:extLst>
                <a:ext uri="{FF2B5EF4-FFF2-40B4-BE49-F238E27FC236}">
                  <a16:creationId xmlns:a16="http://schemas.microsoft.com/office/drawing/2014/main" id="{AACD3EE1-B489-AFBB-D68A-A2E8BBEB04D2}"/>
                </a:ext>
              </a:extLst>
            </p:cNvPr>
            <p:cNvSpPr/>
            <p:nvPr/>
          </p:nvSpPr>
          <p:spPr>
            <a:xfrm>
              <a:off x="19012581" y="16440058"/>
              <a:ext cx="432470" cy="424189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57" name="Diamond 156">
              <a:extLst>
                <a:ext uri="{FF2B5EF4-FFF2-40B4-BE49-F238E27FC236}">
                  <a16:creationId xmlns:a16="http://schemas.microsoft.com/office/drawing/2014/main" id="{ED84022B-5389-96A0-8753-2F9EEE359BB2}"/>
                </a:ext>
              </a:extLst>
            </p:cNvPr>
            <p:cNvSpPr/>
            <p:nvPr/>
          </p:nvSpPr>
          <p:spPr>
            <a:xfrm>
              <a:off x="18751214" y="16746386"/>
              <a:ext cx="432470" cy="424080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63" name="Diamond 162">
              <a:extLst>
                <a:ext uri="{FF2B5EF4-FFF2-40B4-BE49-F238E27FC236}">
                  <a16:creationId xmlns:a16="http://schemas.microsoft.com/office/drawing/2014/main" id="{EF624C6D-8D28-09B0-4025-D3D2B3E6BEFA}"/>
                </a:ext>
              </a:extLst>
            </p:cNvPr>
            <p:cNvSpPr/>
            <p:nvPr/>
          </p:nvSpPr>
          <p:spPr>
            <a:xfrm>
              <a:off x="19116858" y="15246536"/>
              <a:ext cx="432498" cy="424067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64" name="Diamond 163">
              <a:extLst>
                <a:ext uri="{FF2B5EF4-FFF2-40B4-BE49-F238E27FC236}">
                  <a16:creationId xmlns:a16="http://schemas.microsoft.com/office/drawing/2014/main" id="{C395E763-8924-1C76-E2C1-51FC47ACD994}"/>
                </a:ext>
              </a:extLst>
            </p:cNvPr>
            <p:cNvSpPr/>
            <p:nvPr/>
          </p:nvSpPr>
          <p:spPr>
            <a:xfrm>
              <a:off x="18486807" y="15503305"/>
              <a:ext cx="432496" cy="424067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65" name="Diamond 164">
              <a:extLst>
                <a:ext uri="{FF2B5EF4-FFF2-40B4-BE49-F238E27FC236}">
                  <a16:creationId xmlns:a16="http://schemas.microsoft.com/office/drawing/2014/main" id="{C9308474-DC04-98DF-465F-48ACBBE5F3CC}"/>
                </a:ext>
              </a:extLst>
            </p:cNvPr>
            <p:cNvSpPr/>
            <p:nvPr/>
          </p:nvSpPr>
          <p:spPr>
            <a:xfrm>
              <a:off x="19155826" y="15567997"/>
              <a:ext cx="432498" cy="424070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66" name="Diamond 165">
              <a:extLst>
                <a:ext uri="{FF2B5EF4-FFF2-40B4-BE49-F238E27FC236}">
                  <a16:creationId xmlns:a16="http://schemas.microsoft.com/office/drawing/2014/main" id="{1FD1D9F4-B006-A499-6743-B5B61DA8587B}"/>
                </a:ext>
              </a:extLst>
            </p:cNvPr>
            <p:cNvSpPr/>
            <p:nvPr/>
          </p:nvSpPr>
          <p:spPr>
            <a:xfrm>
              <a:off x="19674910" y="14712664"/>
              <a:ext cx="432359" cy="424067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67" name="Diamond 166">
              <a:extLst>
                <a:ext uri="{FF2B5EF4-FFF2-40B4-BE49-F238E27FC236}">
                  <a16:creationId xmlns:a16="http://schemas.microsoft.com/office/drawing/2014/main" id="{234C0A63-3A49-5205-57B7-4620E63D4C47}"/>
                </a:ext>
              </a:extLst>
            </p:cNvPr>
            <p:cNvSpPr/>
            <p:nvPr/>
          </p:nvSpPr>
          <p:spPr>
            <a:xfrm>
              <a:off x="18495871" y="16149727"/>
              <a:ext cx="432386" cy="424070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68" name="Diamond 167">
              <a:extLst>
                <a:ext uri="{FF2B5EF4-FFF2-40B4-BE49-F238E27FC236}">
                  <a16:creationId xmlns:a16="http://schemas.microsoft.com/office/drawing/2014/main" id="{0DDC0222-804E-60AF-BFD3-CDD11229850D}"/>
                </a:ext>
              </a:extLst>
            </p:cNvPr>
            <p:cNvSpPr/>
            <p:nvPr/>
          </p:nvSpPr>
          <p:spPr>
            <a:xfrm>
              <a:off x="19008160" y="14940523"/>
              <a:ext cx="432470" cy="424172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69" name="Diamond 168">
              <a:extLst>
                <a:ext uri="{FF2B5EF4-FFF2-40B4-BE49-F238E27FC236}">
                  <a16:creationId xmlns:a16="http://schemas.microsoft.com/office/drawing/2014/main" id="{8FBA5668-350E-756B-C27B-DBFB6753F711}"/>
                </a:ext>
              </a:extLst>
            </p:cNvPr>
            <p:cNvSpPr/>
            <p:nvPr/>
          </p:nvSpPr>
          <p:spPr>
            <a:xfrm>
              <a:off x="18813924" y="16385220"/>
              <a:ext cx="432386" cy="424161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70" name="Diamond 169">
              <a:extLst>
                <a:ext uri="{FF2B5EF4-FFF2-40B4-BE49-F238E27FC236}">
                  <a16:creationId xmlns:a16="http://schemas.microsoft.com/office/drawing/2014/main" id="{F047255C-6E13-13C6-77C2-0E88168991AC}"/>
                </a:ext>
              </a:extLst>
            </p:cNvPr>
            <p:cNvSpPr/>
            <p:nvPr/>
          </p:nvSpPr>
          <p:spPr>
            <a:xfrm>
              <a:off x="19165224" y="15195707"/>
              <a:ext cx="432386" cy="424172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71" name="Diamond 170">
              <a:extLst>
                <a:ext uri="{FF2B5EF4-FFF2-40B4-BE49-F238E27FC236}">
                  <a16:creationId xmlns:a16="http://schemas.microsoft.com/office/drawing/2014/main" id="{CD4777B5-18C3-86EE-4BE5-B594BCD66B6A}"/>
                </a:ext>
              </a:extLst>
            </p:cNvPr>
            <p:cNvSpPr/>
            <p:nvPr/>
          </p:nvSpPr>
          <p:spPr>
            <a:xfrm>
              <a:off x="19213174" y="15521303"/>
              <a:ext cx="432470" cy="424172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72" name="Diamond 171">
              <a:extLst>
                <a:ext uri="{FF2B5EF4-FFF2-40B4-BE49-F238E27FC236}">
                  <a16:creationId xmlns:a16="http://schemas.microsoft.com/office/drawing/2014/main" id="{7B6AE8D8-5E5B-5CE2-86D0-177AE01A73A4}"/>
                </a:ext>
              </a:extLst>
            </p:cNvPr>
            <p:cNvSpPr/>
            <p:nvPr/>
          </p:nvSpPr>
          <p:spPr>
            <a:xfrm>
              <a:off x="18878483" y="16942582"/>
              <a:ext cx="432386" cy="424080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73" name="Diamond 172">
              <a:extLst>
                <a:ext uri="{FF2B5EF4-FFF2-40B4-BE49-F238E27FC236}">
                  <a16:creationId xmlns:a16="http://schemas.microsoft.com/office/drawing/2014/main" id="{E1402C34-4C49-E847-8F49-742D08A50FBE}"/>
                </a:ext>
              </a:extLst>
            </p:cNvPr>
            <p:cNvSpPr/>
            <p:nvPr/>
          </p:nvSpPr>
          <p:spPr>
            <a:xfrm>
              <a:off x="19616185" y="15260297"/>
              <a:ext cx="432470" cy="424172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74" name="Diamond 173">
              <a:extLst>
                <a:ext uri="{FF2B5EF4-FFF2-40B4-BE49-F238E27FC236}">
                  <a16:creationId xmlns:a16="http://schemas.microsoft.com/office/drawing/2014/main" id="{80F2AEC4-075F-DF3B-65FA-1FFA88C200A5}"/>
                </a:ext>
              </a:extLst>
            </p:cNvPr>
            <p:cNvSpPr/>
            <p:nvPr/>
          </p:nvSpPr>
          <p:spPr>
            <a:xfrm>
              <a:off x="19606784" y="14877632"/>
              <a:ext cx="432359" cy="424067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75" name="Diamond 174">
              <a:extLst>
                <a:ext uri="{FF2B5EF4-FFF2-40B4-BE49-F238E27FC236}">
                  <a16:creationId xmlns:a16="http://schemas.microsoft.com/office/drawing/2014/main" id="{D1C74C0E-8232-4F1D-2592-A4A144C67450}"/>
                </a:ext>
              </a:extLst>
            </p:cNvPr>
            <p:cNvSpPr/>
            <p:nvPr/>
          </p:nvSpPr>
          <p:spPr>
            <a:xfrm>
              <a:off x="18108532" y="16754223"/>
              <a:ext cx="432359" cy="424189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76" name="Diamond 175">
              <a:extLst>
                <a:ext uri="{FF2B5EF4-FFF2-40B4-BE49-F238E27FC236}">
                  <a16:creationId xmlns:a16="http://schemas.microsoft.com/office/drawing/2014/main" id="{FBAC508F-913C-1631-2885-FED1BFD6A2AD}"/>
                </a:ext>
              </a:extLst>
            </p:cNvPr>
            <p:cNvSpPr/>
            <p:nvPr/>
          </p:nvSpPr>
          <p:spPr>
            <a:xfrm>
              <a:off x="19235947" y="15835359"/>
              <a:ext cx="432470" cy="424061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77" name="Diamond 176">
              <a:extLst>
                <a:ext uri="{FF2B5EF4-FFF2-40B4-BE49-F238E27FC236}">
                  <a16:creationId xmlns:a16="http://schemas.microsoft.com/office/drawing/2014/main" id="{241032FB-69FF-DCCF-2659-884DAE7D39B7}"/>
                </a:ext>
              </a:extLst>
            </p:cNvPr>
            <p:cNvSpPr/>
            <p:nvPr/>
          </p:nvSpPr>
          <p:spPr>
            <a:xfrm>
              <a:off x="18727558" y="14928669"/>
              <a:ext cx="432496" cy="424067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78" name="Diamond 177">
              <a:extLst>
                <a:ext uri="{FF2B5EF4-FFF2-40B4-BE49-F238E27FC236}">
                  <a16:creationId xmlns:a16="http://schemas.microsoft.com/office/drawing/2014/main" id="{E3395EF1-B07F-955D-541F-A0A289DAD229}"/>
                </a:ext>
              </a:extLst>
            </p:cNvPr>
            <p:cNvSpPr/>
            <p:nvPr/>
          </p:nvSpPr>
          <p:spPr>
            <a:xfrm>
              <a:off x="18160463" y="16204367"/>
              <a:ext cx="432470" cy="424161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79" name="Diamond 178">
              <a:extLst>
                <a:ext uri="{FF2B5EF4-FFF2-40B4-BE49-F238E27FC236}">
                  <a16:creationId xmlns:a16="http://schemas.microsoft.com/office/drawing/2014/main" id="{6E2E8EFC-5F1E-688E-E3E8-655F3EFED749}"/>
                </a:ext>
              </a:extLst>
            </p:cNvPr>
            <p:cNvSpPr/>
            <p:nvPr/>
          </p:nvSpPr>
          <p:spPr>
            <a:xfrm>
              <a:off x="18983423" y="14335817"/>
              <a:ext cx="432386" cy="424172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80" name="Diamond 179">
              <a:extLst>
                <a:ext uri="{FF2B5EF4-FFF2-40B4-BE49-F238E27FC236}">
                  <a16:creationId xmlns:a16="http://schemas.microsoft.com/office/drawing/2014/main" id="{0EF62798-096E-B2DD-7E03-605260FFBFEF}"/>
                </a:ext>
              </a:extLst>
            </p:cNvPr>
            <p:cNvSpPr/>
            <p:nvPr/>
          </p:nvSpPr>
          <p:spPr>
            <a:xfrm>
              <a:off x="19318530" y="15764947"/>
              <a:ext cx="432386" cy="424187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81" name="Diamond 180">
              <a:extLst>
                <a:ext uri="{FF2B5EF4-FFF2-40B4-BE49-F238E27FC236}">
                  <a16:creationId xmlns:a16="http://schemas.microsoft.com/office/drawing/2014/main" id="{E6126D47-53D7-D6EB-6AE4-2B714C754564}"/>
                </a:ext>
              </a:extLst>
            </p:cNvPr>
            <p:cNvSpPr/>
            <p:nvPr/>
          </p:nvSpPr>
          <p:spPr>
            <a:xfrm>
              <a:off x="19106495" y="15615644"/>
              <a:ext cx="432498" cy="424070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82" name="Diamond 181">
              <a:extLst>
                <a:ext uri="{FF2B5EF4-FFF2-40B4-BE49-F238E27FC236}">
                  <a16:creationId xmlns:a16="http://schemas.microsoft.com/office/drawing/2014/main" id="{3B3B9024-28E3-1E54-DE33-C68DD0D3DBC7}"/>
                </a:ext>
              </a:extLst>
            </p:cNvPr>
            <p:cNvSpPr/>
            <p:nvPr/>
          </p:nvSpPr>
          <p:spPr>
            <a:xfrm>
              <a:off x="19055005" y="15446657"/>
              <a:ext cx="432470" cy="424067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83" name="Diamond 182">
              <a:extLst>
                <a:ext uri="{FF2B5EF4-FFF2-40B4-BE49-F238E27FC236}">
                  <a16:creationId xmlns:a16="http://schemas.microsoft.com/office/drawing/2014/main" id="{5A3B23BE-3F26-EBC7-086E-182CFE000961}"/>
                </a:ext>
              </a:extLst>
            </p:cNvPr>
            <p:cNvSpPr/>
            <p:nvPr/>
          </p:nvSpPr>
          <p:spPr>
            <a:xfrm>
              <a:off x="19179263" y="14595131"/>
              <a:ext cx="432470" cy="424067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84" name="Diamond 183">
              <a:extLst>
                <a:ext uri="{FF2B5EF4-FFF2-40B4-BE49-F238E27FC236}">
                  <a16:creationId xmlns:a16="http://schemas.microsoft.com/office/drawing/2014/main" id="{9CA00A85-3DEF-C89F-0168-91A6EDF899D2}"/>
                </a:ext>
              </a:extLst>
            </p:cNvPr>
            <p:cNvSpPr/>
            <p:nvPr/>
          </p:nvSpPr>
          <p:spPr>
            <a:xfrm>
              <a:off x="18174699" y="15615644"/>
              <a:ext cx="432386" cy="424070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85" name="Diamond 184">
              <a:extLst>
                <a:ext uri="{FF2B5EF4-FFF2-40B4-BE49-F238E27FC236}">
                  <a16:creationId xmlns:a16="http://schemas.microsoft.com/office/drawing/2014/main" id="{52D11A7B-DA5A-A518-6A67-FBDC21DD9219}"/>
                </a:ext>
              </a:extLst>
            </p:cNvPr>
            <p:cNvSpPr/>
            <p:nvPr/>
          </p:nvSpPr>
          <p:spPr>
            <a:xfrm>
              <a:off x="19177328" y="15195606"/>
              <a:ext cx="432470" cy="424067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86" name="Diamond 185">
              <a:extLst>
                <a:ext uri="{FF2B5EF4-FFF2-40B4-BE49-F238E27FC236}">
                  <a16:creationId xmlns:a16="http://schemas.microsoft.com/office/drawing/2014/main" id="{B3AF2991-5525-7771-742F-3AC741778F51}"/>
                </a:ext>
              </a:extLst>
            </p:cNvPr>
            <p:cNvSpPr/>
            <p:nvPr/>
          </p:nvSpPr>
          <p:spPr>
            <a:xfrm>
              <a:off x="18637735" y="15662658"/>
              <a:ext cx="432496" cy="424174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87" name="Diamond 186">
              <a:extLst>
                <a:ext uri="{FF2B5EF4-FFF2-40B4-BE49-F238E27FC236}">
                  <a16:creationId xmlns:a16="http://schemas.microsoft.com/office/drawing/2014/main" id="{9296C92F-7386-E2A2-ABC1-6C56D0D29D1B}"/>
                </a:ext>
              </a:extLst>
            </p:cNvPr>
            <p:cNvSpPr/>
            <p:nvPr/>
          </p:nvSpPr>
          <p:spPr>
            <a:xfrm>
              <a:off x="18660730" y="15772777"/>
              <a:ext cx="432386" cy="424078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88" name="Diamond 187">
              <a:extLst>
                <a:ext uri="{FF2B5EF4-FFF2-40B4-BE49-F238E27FC236}">
                  <a16:creationId xmlns:a16="http://schemas.microsoft.com/office/drawing/2014/main" id="{348D1033-5808-EB1E-3ABA-F81ABEDD9CF3}"/>
                </a:ext>
              </a:extLst>
            </p:cNvPr>
            <p:cNvSpPr/>
            <p:nvPr/>
          </p:nvSpPr>
          <p:spPr>
            <a:xfrm>
              <a:off x="18179340" y="14940523"/>
              <a:ext cx="432496" cy="424172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89" name="Diamond 188">
              <a:extLst>
                <a:ext uri="{FF2B5EF4-FFF2-40B4-BE49-F238E27FC236}">
                  <a16:creationId xmlns:a16="http://schemas.microsoft.com/office/drawing/2014/main" id="{122BF8F5-794E-BB31-BCD3-184D1A0A0E93}"/>
                </a:ext>
              </a:extLst>
            </p:cNvPr>
            <p:cNvSpPr/>
            <p:nvPr/>
          </p:nvSpPr>
          <p:spPr>
            <a:xfrm>
              <a:off x="18288923" y="15089721"/>
              <a:ext cx="432386" cy="424067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90" name="Diamond 189">
              <a:extLst>
                <a:ext uri="{FF2B5EF4-FFF2-40B4-BE49-F238E27FC236}">
                  <a16:creationId xmlns:a16="http://schemas.microsoft.com/office/drawing/2014/main" id="{F0438E9C-9FB2-B109-CFB4-1453B719A892}"/>
                </a:ext>
              </a:extLst>
            </p:cNvPr>
            <p:cNvSpPr/>
            <p:nvPr/>
          </p:nvSpPr>
          <p:spPr>
            <a:xfrm>
              <a:off x="18344198" y="14846181"/>
              <a:ext cx="432498" cy="424070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91" name="Diamond 190">
              <a:extLst>
                <a:ext uri="{FF2B5EF4-FFF2-40B4-BE49-F238E27FC236}">
                  <a16:creationId xmlns:a16="http://schemas.microsoft.com/office/drawing/2014/main" id="{ED5888A5-1F03-BE2A-F741-73CF69C6C218}"/>
                </a:ext>
              </a:extLst>
            </p:cNvPr>
            <p:cNvSpPr/>
            <p:nvPr/>
          </p:nvSpPr>
          <p:spPr>
            <a:xfrm>
              <a:off x="18144267" y="14485007"/>
              <a:ext cx="432470" cy="424174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92" name="Diamond 191">
              <a:extLst>
                <a:ext uri="{FF2B5EF4-FFF2-40B4-BE49-F238E27FC236}">
                  <a16:creationId xmlns:a16="http://schemas.microsoft.com/office/drawing/2014/main" id="{9335E3A9-BDAE-5949-3420-CA06EA63E02E}"/>
                </a:ext>
              </a:extLst>
            </p:cNvPr>
            <p:cNvSpPr/>
            <p:nvPr/>
          </p:nvSpPr>
          <p:spPr>
            <a:xfrm>
              <a:off x="18462100" y="15882690"/>
              <a:ext cx="432470" cy="424059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93" name="Diamond 192">
              <a:extLst>
                <a:ext uri="{FF2B5EF4-FFF2-40B4-BE49-F238E27FC236}">
                  <a16:creationId xmlns:a16="http://schemas.microsoft.com/office/drawing/2014/main" id="{DD3E5CE1-D6DC-BAC7-7257-3F3ABC77E90A}"/>
                </a:ext>
              </a:extLst>
            </p:cNvPr>
            <p:cNvSpPr/>
            <p:nvPr/>
          </p:nvSpPr>
          <p:spPr>
            <a:xfrm>
              <a:off x="19447873" y="17445113"/>
              <a:ext cx="432470" cy="424189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94" name="Diamond 193">
              <a:extLst>
                <a:ext uri="{FF2B5EF4-FFF2-40B4-BE49-F238E27FC236}">
                  <a16:creationId xmlns:a16="http://schemas.microsoft.com/office/drawing/2014/main" id="{6781D1C3-B85B-26BB-87B7-7CC6056B1405}"/>
                </a:ext>
              </a:extLst>
            </p:cNvPr>
            <p:cNvSpPr/>
            <p:nvPr/>
          </p:nvSpPr>
          <p:spPr>
            <a:xfrm>
              <a:off x="19069043" y="16424284"/>
              <a:ext cx="432359" cy="424189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95" name="Diamond 194">
              <a:extLst>
                <a:ext uri="{FF2B5EF4-FFF2-40B4-BE49-F238E27FC236}">
                  <a16:creationId xmlns:a16="http://schemas.microsoft.com/office/drawing/2014/main" id="{135279D7-0AB8-79F0-600C-0DBAF85FBA99}"/>
                </a:ext>
              </a:extLst>
            </p:cNvPr>
            <p:cNvSpPr/>
            <p:nvPr/>
          </p:nvSpPr>
          <p:spPr>
            <a:xfrm>
              <a:off x="19137808" y="15733604"/>
              <a:ext cx="432470" cy="424067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96" name="Diamond 195">
              <a:extLst>
                <a:ext uri="{FF2B5EF4-FFF2-40B4-BE49-F238E27FC236}">
                  <a16:creationId xmlns:a16="http://schemas.microsoft.com/office/drawing/2014/main" id="{C8837329-6E64-0D7F-1F43-0EC63C940130}"/>
                </a:ext>
              </a:extLst>
            </p:cNvPr>
            <p:cNvSpPr/>
            <p:nvPr/>
          </p:nvSpPr>
          <p:spPr>
            <a:xfrm>
              <a:off x="18187771" y="16298699"/>
              <a:ext cx="432386" cy="424189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97" name="Diamond 196">
              <a:extLst>
                <a:ext uri="{FF2B5EF4-FFF2-40B4-BE49-F238E27FC236}">
                  <a16:creationId xmlns:a16="http://schemas.microsoft.com/office/drawing/2014/main" id="{701976B3-3F2B-6DD7-D14F-A2445E732D2C}"/>
                </a:ext>
              </a:extLst>
            </p:cNvPr>
            <p:cNvSpPr/>
            <p:nvPr/>
          </p:nvSpPr>
          <p:spPr>
            <a:xfrm>
              <a:off x="19267454" y="16565642"/>
              <a:ext cx="432386" cy="424189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98" name="Diamond 197">
              <a:extLst>
                <a:ext uri="{FF2B5EF4-FFF2-40B4-BE49-F238E27FC236}">
                  <a16:creationId xmlns:a16="http://schemas.microsoft.com/office/drawing/2014/main" id="{20EDD0FF-4DD7-5E77-FE61-CC13A5D985DC}"/>
                </a:ext>
              </a:extLst>
            </p:cNvPr>
            <p:cNvSpPr/>
            <p:nvPr/>
          </p:nvSpPr>
          <p:spPr>
            <a:xfrm>
              <a:off x="19435766" y="16078893"/>
              <a:ext cx="432496" cy="424185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199" name="Diamond 198">
              <a:extLst>
                <a:ext uri="{FF2B5EF4-FFF2-40B4-BE49-F238E27FC236}">
                  <a16:creationId xmlns:a16="http://schemas.microsoft.com/office/drawing/2014/main" id="{D103BF3C-B905-15A9-F3CC-F7BA8D206BB6}"/>
                </a:ext>
              </a:extLst>
            </p:cNvPr>
            <p:cNvSpPr/>
            <p:nvPr/>
          </p:nvSpPr>
          <p:spPr>
            <a:xfrm>
              <a:off x="18523423" y="15105385"/>
              <a:ext cx="432359" cy="424070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00" name="Diamond 199">
              <a:extLst>
                <a:ext uri="{FF2B5EF4-FFF2-40B4-BE49-F238E27FC236}">
                  <a16:creationId xmlns:a16="http://schemas.microsoft.com/office/drawing/2014/main" id="{206F3014-ABA2-89E8-E400-C97742B8F571}"/>
                </a:ext>
              </a:extLst>
            </p:cNvPr>
            <p:cNvSpPr/>
            <p:nvPr/>
          </p:nvSpPr>
          <p:spPr>
            <a:xfrm>
              <a:off x="19414818" y="14602753"/>
              <a:ext cx="432386" cy="424172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01" name="Diamond 200">
              <a:extLst>
                <a:ext uri="{FF2B5EF4-FFF2-40B4-BE49-F238E27FC236}">
                  <a16:creationId xmlns:a16="http://schemas.microsoft.com/office/drawing/2014/main" id="{7C2A3ADA-9634-3DD9-7FDF-80CB3BD92BBB}"/>
                </a:ext>
              </a:extLst>
            </p:cNvPr>
            <p:cNvSpPr/>
            <p:nvPr/>
          </p:nvSpPr>
          <p:spPr>
            <a:xfrm>
              <a:off x="18482828" y="15277978"/>
              <a:ext cx="432470" cy="424174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02" name="Diamond 201">
              <a:extLst>
                <a:ext uri="{FF2B5EF4-FFF2-40B4-BE49-F238E27FC236}">
                  <a16:creationId xmlns:a16="http://schemas.microsoft.com/office/drawing/2014/main" id="{ED661A9C-6644-23CC-78A6-4B3D1D5A6E16}"/>
                </a:ext>
              </a:extLst>
            </p:cNvPr>
            <p:cNvSpPr/>
            <p:nvPr/>
          </p:nvSpPr>
          <p:spPr>
            <a:xfrm>
              <a:off x="19477002" y="16919080"/>
              <a:ext cx="432386" cy="424080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03" name="Diamond 202">
              <a:extLst>
                <a:ext uri="{FF2B5EF4-FFF2-40B4-BE49-F238E27FC236}">
                  <a16:creationId xmlns:a16="http://schemas.microsoft.com/office/drawing/2014/main" id="{BCABF902-B56E-4A3D-67AB-5AED8A5C5556}"/>
                </a:ext>
              </a:extLst>
            </p:cNvPr>
            <p:cNvSpPr/>
            <p:nvPr/>
          </p:nvSpPr>
          <p:spPr>
            <a:xfrm>
              <a:off x="18545538" y="14932687"/>
              <a:ext cx="432386" cy="424070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04" name="Diamond 203">
              <a:extLst>
                <a:ext uri="{FF2B5EF4-FFF2-40B4-BE49-F238E27FC236}">
                  <a16:creationId xmlns:a16="http://schemas.microsoft.com/office/drawing/2014/main" id="{37EB7C85-CE5B-FEA9-6D55-C930AD781FD7}"/>
                </a:ext>
              </a:extLst>
            </p:cNvPr>
            <p:cNvSpPr/>
            <p:nvPr/>
          </p:nvSpPr>
          <p:spPr>
            <a:xfrm>
              <a:off x="18673165" y="16345835"/>
              <a:ext cx="432470" cy="424161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05" name="Diamond 204">
              <a:extLst>
                <a:ext uri="{FF2B5EF4-FFF2-40B4-BE49-F238E27FC236}">
                  <a16:creationId xmlns:a16="http://schemas.microsoft.com/office/drawing/2014/main" id="{CAB4C331-C472-86A8-0D17-E1D07E49DA0D}"/>
                </a:ext>
              </a:extLst>
            </p:cNvPr>
            <p:cNvSpPr/>
            <p:nvPr/>
          </p:nvSpPr>
          <p:spPr>
            <a:xfrm>
              <a:off x="18661060" y="15089609"/>
              <a:ext cx="432386" cy="424172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06" name="Diamond 205">
              <a:extLst>
                <a:ext uri="{FF2B5EF4-FFF2-40B4-BE49-F238E27FC236}">
                  <a16:creationId xmlns:a16="http://schemas.microsoft.com/office/drawing/2014/main" id="{F9DFFB63-84B8-77B9-190C-975927CA2A87}"/>
                </a:ext>
              </a:extLst>
            </p:cNvPr>
            <p:cNvSpPr/>
            <p:nvPr/>
          </p:nvSpPr>
          <p:spPr>
            <a:xfrm>
              <a:off x="18370977" y="16031986"/>
              <a:ext cx="432470" cy="424063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07" name="Diamond 206">
              <a:extLst>
                <a:ext uri="{FF2B5EF4-FFF2-40B4-BE49-F238E27FC236}">
                  <a16:creationId xmlns:a16="http://schemas.microsoft.com/office/drawing/2014/main" id="{9C322EF9-222A-ED3B-CE75-5A005C921001}"/>
                </a:ext>
              </a:extLst>
            </p:cNvPr>
            <p:cNvSpPr/>
            <p:nvPr/>
          </p:nvSpPr>
          <p:spPr>
            <a:xfrm>
              <a:off x="18692374" y="15113115"/>
              <a:ext cx="432470" cy="424172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08" name="Diamond 207">
              <a:extLst>
                <a:ext uri="{FF2B5EF4-FFF2-40B4-BE49-F238E27FC236}">
                  <a16:creationId xmlns:a16="http://schemas.microsoft.com/office/drawing/2014/main" id="{7BD26283-F7BA-C1B1-9BA4-1F4E7BA687F8}"/>
                </a:ext>
              </a:extLst>
            </p:cNvPr>
            <p:cNvSpPr/>
            <p:nvPr/>
          </p:nvSpPr>
          <p:spPr>
            <a:xfrm>
              <a:off x="19066998" y="16094671"/>
              <a:ext cx="432359" cy="424185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09" name="Diamond 208">
              <a:extLst>
                <a:ext uri="{FF2B5EF4-FFF2-40B4-BE49-F238E27FC236}">
                  <a16:creationId xmlns:a16="http://schemas.microsoft.com/office/drawing/2014/main" id="{A9CDA72C-4FA8-B977-E505-E47CDE6AA78F}"/>
                </a:ext>
              </a:extLst>
            </p:cNvPr>
            <p:cNvSpPr/>
            <p:nvPr/>
          </p:nvSpPr>
          <p:spPr>
            <a:xfrm>
              <a:off x="18459171" y="16377168"/>
              <a:ext cx="432386" cy="424161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10" name="Diamond 209">
              <a:extLst>
                <a:ext uri="{FF2B5EF4-FFF2-40B4-BE49-F238E27FC236}">
                  <a16:creationId xmlns:a16="http://schemas.microsoft.com/office/drawing/2014/main" id="{306D49A2-E710-6C20-AF39-C930C244E6E4}"/>
                </a:ext>
              </a:extLst>
            </p:cNvPr>
            <p:cNvSpPr/>
            <p:nvPr/>
          </p:nvSpPr>
          <p:spPr>
            <a:xfrm>
              <a:off x="18393753" y="16364999"/>
              <a:ext cx="432386" cy="424161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11" name="Diamond 210">
              <a:extLst>
                <a:ext uri="{FF2B5EF4-FFF2-40B4-BE49-F238E27FC236}">
                  <a16:creationId xmlns:a16="http://schemas.microsoft.com/office/drawing/2014/main" id="{D666E627-0803-D473-9772-63EA9BB9BFB5}"/>
                </a:ext>
              </a:extLst>
            </p:cNvPr>
            <p:cNvSpPr/>
            <p:nvPr/>
          </p:nvSpPr>
          <p:spPr>
            <a:xfrm>
              <a:off x="18911207" y="15152509"/>
              <a:ext cx="432470" cy="424067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12" name="Diamond 211">
              <a:extLst>
                <a:ext uri="{FF2B5EF4-FFF2-40B4-BE49-F238E27FC236}">
                  <a16:creationId xmlns:a16="http://schemas.microsoft.com/office/drawing/2014/main" id="{D4489D7A-F29D-771F-6730-97A383C47D46}"/>
                </a:ext>
              </a:extLst>
            </p:cNvPr>
            <p:cNvSpPr/>
            <p:nvPr/>
          </p:nvSpPr>
          <p:spPr>
            <a:xfrm>
              <a:off x="19115142" y="15066315"/>
              <a:ext cx="432470" cy="424174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13" name="Diamond 212">
              <a:extLst>
                <a:ext uri="{FF2B5EF4-FFF2-40B4-BE49-F238E27FC236}">
                  <a16:creationId xmlns:a16="http://schemas.microsoft.com/office/drawing/2014/main" id="{A0603F5E-B79D-EFEB-7738-49BBB950E4E2}"/>
                </a:ext>
              </a:extLst>
            </p:cNvPr>
            <p:cNvSpPr/>
            <p:nvPr/>
          </p:nvSpPr>
          <p:spPr>
            <a:xfrm>
              <a:off x="18140591" y="17499866"/>
              <a:ext cx="432470" cy="424080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14" name="Diamond 213">
              <a:extLst>
                <a:ext uri="{FF2B5EF4-FFF2-40B4-BE49-F238E27FC236}">
                  <a16:creationId xmlns:a16="http://schemas.microsoft.com/office/drawing/2014/main" id="{D5516126-9DD8-CAE1-906E-09466B17C2DB}"/>
                </a:ext>
              </a:extLst>
            </p:cNvPr>
            <p:cNvSpPr/>
            <p:nvPr/>
          </p:nvSpPr>
          <p:spPr>
            <a:xfrm>
              <a:off x="18117157" y="16182438"/>
              <a:ext cx="432386" cy="424189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15" name="Diamond 214">
              <a:extLst>
                <a:ext uri="{FF2B5EF4-FFF2-40B4-BE49-F238E27FC236}">
                  <a16:creationId xmlns:a16="http://schemas.microsoft.com/office/drawing/2014/main" id="{724D754D-941F-95A0-1F18-12C4D539562A}"/>
                </a:ext>
              </a:extLst>
            </p:cNvPr>
            <p:cNvSpPr/>
            <p:nvPr/>
          </p:nvSpPr>
          <p:spPr>
            <a:xfrm>
              <a:off x="18294974" y="15511141"/>
              <a:ext cx="432359" cy="424067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16" name="Diamond 215">
              <a:extLst>
                <a:ext uri="{FF2B5EF4-FFF2-40B4-BE49-F238E27FC236}">
                  <a16:creationId xmlns:a16="http://schemas.microsoft.com/office/drawing/2014/main" id="{DD0086EB-4E81-6C98-C4AB-4C7CAC4EC828}"/>
                </a:ext>
              </a:extLst>
            </p:cNvPr>
            <p:cNvSpPr/>
            <p:nvPr/>
          </p:nvSpPr>
          <p:spPr>
            <a:xfrm>
              <a:off x="18866519" y="15252248"/>
              <a:ext cx="432470" cy="424172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17" name="Diamond 216">
              <a:extLst>
                <a:ext uri="{FF2B5EF4-FFF2-40B4-BE49-F238E27FC236}">
                  <a16:creationId xmlns:a16="http://schemas.microsoft.com/office/drawing/2014/main" id="{E2E02668-8560-A674-1AC8-F16F199BF7C5}"/>
                </a:ext>
              </a:extLst>
            </p:cNvPr>
            <p:cNvSpPr/>
            <p:nvPr/>
          </p:nvSpPr>
          <p:spPr>
            <a:xfrm>
              <a:off x="18746456" y="15160130"/>
              <a:ext cx="432359" cy="424172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18" name="Diamond 217">
              <a:extLst>
                <a:ext uri="{FF2B5EF4-FFF2-40B4-BE49-F238E27FC236}">
                  <a16:creationId xmlns:a16="http://schemas.microsoft.com/office/drawing/2014/main" id="{6C95CC72-3A8A-5C8A-77C8-300154F2FE44}"/>
                </a:ext>
              </a:extLst>
            </p:cNvPr>
            <p:cNvSpPr/>
            <p:nvPr/>
          </p:nvSpPr>
          <p:spPr>
            <a:xfrm>
              <a:off x="18192414" y="15442839"/>
              <a:ext cx="432386" cy="424070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19" name="Diamond 218">
              <a:extLst>
                <a:ext uri="{FF2B5EF4-FFF2-40B4-BE49-F238E27FC236}">
                  <a16:creationId xmlns:a16="http://schemas.microsoft.com/office/drawing/2014/main" id="{5A7CAD93-B1DE-B4CE-7B1B-233FA63A97D6}"/>
                </a:ext>
              </a:extLst>
            </p:cNvPr>
            <p:cNvSpPr/>
            <p:nvPr/>
          </p:nvSpPr>
          <p:spPr>
            <a:xfrm>
              <a:off x="18159383" y="15278189"/>
              <a:ext cx="432359" cy="424174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20" name="Diamond 219">
              <a:extLst>
                <a:ext uri="{FF2B5EF4-FFF2-40B4-BE49-F238E27FC236}">
                  <a16:creationId xmlns:a16="http://schemas.microsoft.com/office/drawing/2014/main" id="{5BC2D9AC-FA41-AB35-83AB-F7D9A7F3AF36}"/>
                </a:ext>
              </a:extLst>
            </p:cNvPr>
            <p:cNvSpPr/>
            <p:nvPr/>
          </p:nvSpPr>
          <p:spPr>
            <a:xfrm>
              <a:off x="18470418" y="16623348"/>
              <a:ext cx="432470" cy="424161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21" name="Diamond 220">
              <a:extLst>
                <a:ext uri="{FF2B5EF4-FFF2-40B4-BE49-F238E27FC236}">
                  <a16:creationId xmlns:a16="http://schemas.microsoft.com/office/drawing/2014/main" id="{0108FB24-B97E-1584-5B83-B7ED6089BF19}"/>
                </a:ext>
              </a:extLst>
            </p:cNvPr>
            <p:cNvSpPr/>
            <p:nvPr/>
          </p:nvSpPr>
          <p:spPr>
            <a:xfrm>
              <a:off x="18141338" y="16259525"/>
              <a:ext cx="432386" cy="424080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22" name="Diamond 221">
              <a:extLst>
                <a:ext uri="{FF2B5EF4-FFF2-40B4-BE49-F238E27FC236}">
                  <a16:creationId xmlns:a16="http://schemas.microsoft.com/office/drawing/2014/main" id="{25DA9FD3-DA44-A166-AC7C-A9B60502281B}"/>
                </a:ext>
              </a:extLst>
            </p:cNvPr>
            <p:cNvSpPr/>
            <p:nvPr/>
          </p:nvSpPr>
          <p:spPr>
            <a:xfrm>
              <a:off x="18844159" y="16259525"/>
              <a:ext cx="432470" cy="424080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23" name="Diamond 222">
              <a:extLst>
                <a:ext uri="{FF2B5EF4-FFF2-40B4-BE49-F238E27FC236}">
                  <a16:creationId xmlns:a16="http://schemas.microsoft.com/office/drawing/2014/main" id="{8DE5E4F4-015A-806B-A1CD-03D5CCC7691B}"/>
                </a:ext>
              </a:extLst>
            </p:cNvPr>
            <p:cNvSpPr/>
            <p:nvPr/>
          </p:nvSpPr>
          <p:spPr>
            <a:xfrm>
              <a:off x="18993898" y="15670704"/>
              <a:ext cx="432386" cy="424172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24" name="Diamond 223">
              <a:extLst>
                <a:ext uri="{FF2B5EF4-FFF2-40B4-BE49-F238E27FC236}">
                  <a16:creationId xmlns:a16="http://schemas.microsoft.com/office/drawing/2014/main" id="{3210BE6B-C0C4-B694-36C3-9EBCF333DBAB}"/>
                </a:ext>
              </a:extLst>
            </p:cNvPr>
            <p:cNvSpPr/>
            <p:nvPr/>
          </p:nvSpPr>
          <p:spPr>
            <a:xfrm>
              <a:off x="18485090" y="15042596"/>
              <a:ext cx="432359" cy="424070"/>
            </a:xfrm>
            <a:prstGeom prst="diamond">
              <a:avLst/>
            </a:prstGeom>
            <a:solidFill>
              <a:srgbClr val="8B00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27" name="Freeform: Shape 2320">
              <a:extLst>
                <a:ext uri="{FF2B5EF4-FFF2-40B4-BE49-F238E27FC236}">
                  <a16:creationId xmlns:a16="http://schemas.microsoft.com/office/drawing/2014/main" id="{327FD276-D889-493E-440F-30120A4F9AEB}"/>
                </a:ext>
              </a:extLst>
            </p:cNvPr>
            <p:cNvSpPr/>
            <p:nvPr/>
          </p:nvSpPr>
          <p:spPr>
            <a:xfrm>
              <a:off x="13936031" y="20342332"/>
              <a:ext cx="75676" cy="27107"/>
            </a:xfrm>
            <a:custGeom>
              <a:avLst/>
              <a:gdLst>
                <a:gd name="connsiteX0" fmla="*/ 0 w 34745"/>
                <a:gd name="connsiteY0" fmla="*/ 0 h 12700"/>
                <a:gd name="connsiteX1" fmla="*/ 34745 w 34745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745" h="12700">
                  <a:moveTo>
                    <a:pt x="0" y="0"/>
                  </a:moveTo>
                  <a:lnTo>
                    <a:pt x="34745" y="0"/>
                  </a:lnTo>
                </a:path>
              </a:pathLst>
            </a:custGeom>
            <a:noFill/>
            <a:ln w="13539" cap="flat">
              <a:solidFill>
                <a:srgbClr val="33333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4064"/>
            </a:p>
          </p:txBody>
        </p:sp>
        <p:sp>
          <p:nvSpPr>
            <p:cNvPr id="228" name="Freeform: Shape 2321">
              <a:extLst>
                <a:ext uri="{FF2B5EF4-FFF2-40B4-BE49-F238E27FC236}">
                  <a16:creationId xmlns:a16="http://schemas.microsoft.com/office/drawing/2014/main" id="{94FC6E2B-D52E-58B9-FF71-544AD122C8E3}"/>
                </a:ext>
              </a:extLst>
            </p:cNvPr>
            <p:cNvSpPr/>
            <p:nvPr/>
          </p:nvSpPr>
          <p:spPr>
            <a:xfrm>
              <a:off x="13936031" y="15216883"/>
              <a:ext cx="75676" cy="27107"/>
            </a:xfrm>
            <a:custGeom>
              <a:avLst/>
              <a:gdLst>
                <a:gd name="connsiteX0" fmla="*/ 0 w 34745"/>
                <a:gd name="connsiteY0" fmla="*/ 0 h 12700"/>
                <a:gd name="connsiteX1" fmla="*/ 34745 w 34745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745" h="12700">
                  <a:moveTo>
                    <a:pt x="0" y="0"/>
                  </a:moveTo>
                  <a:lnTo>
                    <a:pt x="34745" y="0"/>
                  </a:lnTo>
                </a:path>
              </a:pathLst>
            </a:custGeom>
            <a:noFill/>
            <a:ln w="13539" cap="flat">
              <a:solidFill>
                <a:srgbClr val="33333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4064"/>
            </a:p>
          </p:txBody>
        </p:sp>
        <p:sp>
          <p:nvSpPr>
            <p:cNvPr id="229" name="Freeform: Shape 2322">
              <a:extLst>
                <a:ext uri="{FF2B5EF4-FFF2-40B4-BE49-F238E27FC236}">
                  <a16:creationId xmlns:a16="http://schemas.microsoft.com/office/drawing/2014/main" id="{5314F5EB-5479-AE55-6C62-DDC18417FDC7}"/>
                </a:ext>
              </a:extLst>
            </p:cNvPr>
            <p:cNvSpPr/>
            <p:nvPr/>
          </p:nvSpPr>
          <p:spPr>
            <a:xfrm>
              <a:off x="13936031" y="13935466"/>
              <a:ext cx="75676" cy="27107"/>
            </a:xfrm>
            <a:custGeom>
              <a:avLst/>
              <a:gdLst>
                <a:gd name="connsiteX0" fmla="*/ 0 w 34745"/>
                <a:gd name="connsiteY0" fmla="*/ 0 h 12700"/>
                <a:gd name="connsiteX1" fmla="*/ 34745 w 34745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745" h="12700">
                  <a:moveTo>
                    <a:pt x="0" y="0"/>
                  </a:moveTo>
                  <a:lnTo>
                    <a:pt x="34745" y="0"/>
                  </a:lnTo>
                </a:path>
              </a:pathLst>
            </a:custGeom>
            <a:noFill/>
            <a:ln w="13539" cap="flat">
              <a:solidFill>
                <a:srgbClr val="33333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4064"/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D11393C3-4A35-226C-AE56-C3310671CA23}"/>
                </a:ext>
              </a:extLst>
            </p:cNvPr>
            <p:cNvSpPr txBox="1"/>
            <p:nvPr/>
          </p:nvSpPr>
          <p:spPr>
            <a:xfrm>
              <a:off x="17473872" y="13585082"/>
              <a:ext cx="3280812" cy="411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032" b="1" i="1" dirty="0"/>
                <a:t>Book: The Hobbit</a:t>
              </a:r>
              <a:endParaRPr lang="en-US" sz="2032" b="1" i="1" dirty="0"/>
            </a:p>
          </p:txBody>
        </p:sp>
        <p:cxnSp>
          <p:nvCxnSpPr>
            <p:cNvPr id="231" name="Connector: Curved 2324">
              <a:extLst>
                <a:ext uri="{FF2B5EF4-FFF2-40B4-BE49-F238E27FC236}">
                  <a16:creationId xmlns:a16="http://schemas.microsoft.com/office/drawing/2014/main" id="{6D8435E0-0AFB-CA22-27DE-BAFB3A782483}"/>
                </a:ext>
              </a:extLst>
            </p:cNvPr>
            <p:cNvCxnSpPr>
              <a:cxnSpLocks/>
            </p:cNvCxnSpPr>
            <p:nvPr/>
          </p:nvCxnSpPr>
          <p:spPr>
            <a:xfrm rot="1020000" flipH="1" flipV="1">
              <a:off x="17799460" y="14042953"/>
              <a:ext cx="776004" cy="1321488"/>
            </a:xfrm>
            <a:prstGeom prst="curvedConnector2">
              <a:avLst/>
            </a:prstGeom>
            <a:ln w="38100">
              <a:solidFill>
                <a:schemeClr val="bg2">
                  <a:lumMod val="25000"/>
                </a:schemeClr>
              </a:solidFill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2" name="Diamond 231">
              <a:extLst>
                <a:ext uri="{FF2B5EF4-FFF2-40B4-BE49-F238E27FC236}">
                  <a16:creationId xmlns:a16="http://schemas.microsoft.com/office/drawing/2014/main" id="{92AFC5C7-F236-49F3-2C60-192ADF967123}"/>
                </a:ext>
              </a:extLst>
            </p:cNvPr>
            <p:cNvSpPr/>
            <p:nvPr/>
          </p:nvSpPr>
          <p:spPr>
            <a:xfrm>
              <a:off x="18073213" y="15168175"/>
              <a:ext cx="432386" cy="424070"/>
            </a:xfrm>
            <a:prstGeom prst="diamond">
              <a:avLst/>
            </a:prstGeom>
            <a:solidFill>
              <a:srgbClr val="A6CAEC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DC5F212F-427A-387A-8D43-463B12BC6F3F}"/>
                </a:ext>
              </a:extLst>
            </p:cNvPr>
            <p:cNvSpPr/>
            <p:nvPr/>
          </p:nvSpPr>
          <p:spPr>
            <a:xfrm>
              <a:off x="14008484" y="19987280"/>
              <a:ext cx="3285357" cy="673883"/>
            </a:xfrm>
            <a:prstGeom prst="rect">
              <a:avLst/>
            </a:prstGeom>
            <a:solidFill>
              <a:srgbClr val="0064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931" b="1" dirty="0"/>
                <a:t>Average Value = 0.3733</a:t>
              </a:r>
              <a:endParaRPr lang="en-US" sz="1931" b="1" dirty="0"/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6D6DF693-F2FE-CDE1-41AB-DB678FCF3E65}"/>
                </a:ext>
              </a:extLst>
            </p:cNvPr>
            <p:cNvSpPr/>
            <p:nvPr/>
          </p:nvSpPr>
          <p:spPr>
            <a:xfrm>
              <a:off x="17446446" y="19987280"/>
              <a:ext cx="3304663" cy="673883"/>
            </a:xfrm>
            <a:prstGeom prst="rect">
              <a:avLst/>
            </a:prstGeom>
            <a:solidFill>
              <a:srgbClr val="8B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931" b="1" dirty="0"/>
                <a:t>Average Value = 0.7201</a:t>
              </a:r>
              <a:endParaRPr lang="en-US" sz="1931" b="1" dirty="0"/>
            </a:p>
          </p:txBody>
        </p:sp>
        <p:sp>
          <p:nvSpPr>
            <p:cNvPr id="235" name="Freeform: Shape 2328">
              <a:extLst>
                <a:ext uri="{FF2B5EF4-FFF2-40B4-BE49-F238E27FC236}">
                  <a16:creationId xmlns:a16="http://schemas.microsoft.com/office/drawing/2014/main" id="{194C9C37-E2A8-0F28-030D-B8C468781516}"/>
                </a:ext>
              </a:extLst>
            </p:cNvPr>
            <p:cNvSpPr/>
            <p:nvPr/>
          </p:nvSpPr>
          <p:spPr>
            <a:xfrm>
              <a:off x="14011707" y="19701644"/>
              <a:ext cx="3282156" cy="27107"/>
            </a:xfrm>
            <a:custGeom>
              <a:avLst/>
              <a:gdLst>
                <a:gd name="connsiteX0" fmla="*/ 0 w 1506930"/>
                <a:gd name="connsiteY0" fmla="*/ 0 h 12700"/>
                <a:gd name="connsiteX1" fmla="*/ 1506930 w 1506930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930" h="12700">
                  <a:moveTo>
                    <a:pt x="0" y="0"/>
                  </a:moveTo>
                  <a:lnTo>
                    <a:pt x="1506930" y="0"/>
                  </a:lnTo>
                </a:path>
              </a:pathLst>
            </a:custGeom>
            <a:noFill/>
            <a:ln w="6770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36" name="Freeform: Shape 2329">
              <a:extLst>
                <a:ext uri="{FF2B5EF4-FFF2-40B4-BE49-F238E27FC236}">
                  <a16:creationId xmlns:a16="http://schemas.microsoft.com/office/drawing/2014/main" id="{2AFEA53E-FE29-F566-8AA4-AD8037C823C7}"/>
                </a:ext>
              </a:extLst>
            </p:cNvPr>
            <p:cNvSpPr/>
            <p:nvPr/>
          </p:nvSpPr>
          <p:spPr>
            <a:xfrm>
              <a:off x="14011707" y="18420320"/>
              <a:ext cx="3282156" cy="27107"/>
            </a:xfrm>
            <a:custGeom>
              <a:avLst/>
              <a:gdLst>
                <a:gd name="connsiteX0" fmla="*/ 0 w 1506930"/>
                <a:gd name="connsiteY0" fmla="*/ 0 h 12700"/>
                <a:gd name="connsiteX1" fmla="*/ 1506930 w 1506930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930" h="12700">
                  <a:moveTo>
                    <a:pt x="0" y="0"/>
                  </a:moveTo>
                  <a:lnTo>
                    <a:pt x="1506930" y="0"/>
                  </a:lnTo>
                </a:path>
              </a:pathLst>
            </a:custGeom>
            <a:noFill/>
            <a:ln w="677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37" name="Freeform: Shape 2330">
              <a:extLst>
                <a:ext uri="{FF2B5EF4-FFF2-40B4-BE49-F238E27FC236}">
                  <a16:creationId xmlns:a16="http://schemas.microsoft.com/office/drawing/2014/main" id="{1EDFC7C7-54C8-5BB4-7A6E-D08C8BFEA642}"/>
                </a:ext>
              </a:extLst>
            </p:cNvPr>
            <p:cNvSpPr/>
            <p:nvPr/>
          </p:nvSpPr>
          <p:spPr>
            <a:xfrm>
              <a:off x="14011707" y="17138913"/>
              <a:ext cx="3282156" cy="27107"/>
            </a:xfrm>
            <a:custGeom>
              <a:avLst/>
              <a:gdLst>
                <a:gd name="connsiteX0" fmla="*/ 0 w 1506930"/>
                <a:gd name="connsiteY0" fmla="*/ 0 h 12700"/>
                <a:gd name="connsiteX1" fmla="*/ 1506930 w 1506930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930" h="12700">
                  <a:moveTo>
                    <a:pt x="0" y="0"/>
                  </a:moveTo>
                  <a:lnTo>
                    <a:pt x="1506930" y="0"/>
                  </a:lnTo>
                </a:path>
              </a:pathLst>
            </a:custGeom>
            <a:noFill/>
            <a:ln w="6770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38" name="Freeform: Shape 2331">
              <a:extLst>
                <a:ext uri="{FF2B5EF4-FFF2-40B4-BE49-F238E27FC236}">
                  <a16:creationId xmlns:a16="http://schemas.microsoft.com/office/drawing/2014/main" id="{3D82D576-E17C-EFB3-F9E6-FBA0BF8A75D5}"/>
                </a:ext>
              </a:extLst>
            </p:cNvPr>
            <p:cNvSpPr/>
            <p:nvPr/>
          </p:nvSpPr>
          <p:spPr>
            <a:xfrm>
              <a:off x="14011707" y="19061034"/>
              <a:ext cx="3282156" cy="27107"/>
            </a:xfrm>
            <a:custGeom>
              <a:avLst/>
              <a:gdLst>
                <a:gd name="connsiteX0" fmla="*/ 0 w 1506930"/>
                <a:gd name="connsiteY0" fmla="*/ 0 h 12700"/>
                <a:gd name="connsiteX1" fmla="*/ 1506930 w 1506930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930" h="12700">
                  <a:moveTo>
                    <a:pt x="0" y="0"/>
                  </a:moveTo>
                  <a:lnTo>
                    <a:pt x="1506930" y="0"/>
                  </a:lnTo>
                </a:path>
              </a:pathLst>
            </a:custGeom>
            <a:noFill/>
            <a:ln w="13539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39" name="Freeform: Shape 2332">
              <a:extLst>
                <a:ext uri="{FF2B5EF4-FFF2-40B4-BE49-F238E27FC236}">
                  <a16:creationId xmlns:a16="http://schemas.microsoft.com/office/drawing/2014/main" id="{E8B0EA33-486F-604C-FCAD-9209B8009CA4}"/>
                </a:ext>
              </a:extLst>
            </p:cNvPr>
            <p:cNvSpPr/>
            <p:nvPr/>
          </p:nvSpPr>
          <p:spPr>
            <a:xfrm>
              <a:off x="14011707" y="17779603"/>
              <a:ext cx="3282156" cy="27107"/>
            </a:xfrm>
            <a:custGeom>
              <a:avLst/>
              <a:gdLst>
                <a:gd name="connsiteX0" fmla="*/ 0 w 1506930"/>
                <a:gd name="connsiteY0" fmla="*/ 0 h 12700"/>
                <a:gd name="connsiteX1" fmla="*/ 1506930 w 1506930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930" h="12700">
                  <a:moveTo>
                    <a:pt x="0" y="0"/>
                  </a:moveTo>
                  <a:lnTo>
                    <a:pt x="1506930" y="0"/>
                  </a:lnTo>
                </a:path>
              </a:pathLst>
            </a:custGeom>
            <a:noFill/>
            <a:ln w="13539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40" name="Freeform: Shape 2333">
              <a:extLst>
                <a:ext uri="{FF2B5EF4-FFF2-40B4-BE49-F238E27FC236}">
                  <a16:creationId xmlns:a16="http://schemas.microsoft.com/office/drawing/2014/main" id="{3EDF2068-C777-C360-9D70-1B314E997A6E}"/>
                </a:ext>
              </a:extLst>
            </p:cNvPr>
            <p:cNvSpPr/>
            <p:nvPr/>
          </p:nvSpPr>
          <p:spPr>
            <a:xfrm>
              <a:off x="14011707" y="16498197"/>
              <a:ext cx="3282156" cy="27107"/>
            </a:xfrm>
            <a:custGeom>
              <a:avLst/>
              <a:gdLst>
                <a:gd name="connsiteX0" fmla="*/ 0 w 1506930"/>
                <a:gd name="connsiteY0" fmla="*/ 0 h 12700"/>
                <a:gd name="connsiteX1" fmla="*/ 1506930 w 1506930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930" h="12700">
                  <a:moveTo>
                    <a:pt x="0" y="0"/>
                  </a:moveTo>
                  <a:lnTo>
                    <a:pt x="1506930" y="0"/>
                  </a:lnTo>
                </a:path>
              </a:pathLst>
            </a:custGeom>
            <a:noFill/>
            <a:ln w="13539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41" name="Freeform: Shape 2334">
              <a:extLst>
                <a:ext uri="{FF2B5EF4-FFF2-40B4-BE49-F238E27FC236}">
                  <a16:creationId xmlns:a16="http://schemas.microsoft.com/office/drawing/2014/main" id="{549CF957-D00C-11C1-EDB2-2BEC4A5683BE}"/>
                </a:ext>
              </a:extLst>
            </p:cNvPr>
            <p:cNvSpPr/>
            <p:nvPr/>
          </p:nvSpPr>
          <p:spPr>
            <a:xfrm>
              <a:off x="14800455" y="18143753"/>
              <a:ext cx="432374" cy="424161"/>
            </a:xfrm>
            <a:custGeom>
              <a:avLst/>
              <a:gdLst>
                <a:gd name="connsiteX0" fmla="*/ 198515 w 198515"/>
                <a:gd name="connsiteY0" fmla="*/ 99365 h 198729"/>
                <a:gd name="connsiteX1" fmla="*/ 99282 w 198515"/>
                <a:gd name="connsiteY1" fmla="*/ 198730 h 198729"/>
                <a:gd name="connsiteX2" fmla="*/ 0 w 198515"/>
                <a:gd name="connsiteY2" fmla="*/ 99365 h 198729"/>
                <a:gd name="connsiteX3" fmla="*/ 99282 w 198515"/>
                <a:gd name="connsiteY3" fmla="*/ 0 h 198729"/>
                <a:gd name="connsiteX4" fmla="*/ 198515 w 198515"/>
                <a:gd name="connsiteY4" fmla="*/ 99365 h 198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15" h="198729">
                  <a:moveTo>
                    <a:pt x="198515" y="99365"/>
                  </a:moveTo>
                  <a:cubicBezTo>
                    <a:pt x="198515" y="154229"/>
                    <a:pt x="154103" y="198730"/>
                    <a:pt x="99282" y="198730"/>
                  </a:cubicBezTo>
                  <a:cubicBezTo>
                    <a:pt x="44412" y="198730"/>
                    <a:pt x="0" y="154229"/>
                    <a:pt x="0" y="99365"/>
                  </a:cubicBezTo>
                  <a:cubicBezTo>
                    <a:pt x="0" y="44501"/>
                    <a:pt x="44412" y="0"/>
                    <a:pt x="99282" y="0"/>
                  </a:cubicBezTo>
                  <a:cubicBezTo>
                    <a:pt x="154103" y="0"/>
                    <a:pt x="198515" y="44501"/>
                    <a:pt x="198515" y="99365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42" name="Freeform: Shape 2335">
              <a:extLst>
                <a:ext uri="{FF2B5EF4-FFF2-40B4-BE49-F238E27FC236}">
                  <a16:creationId xmlns:a16="http://schemas.microsoft.com/office/drawing/2014/main" id="{7D8AAFA1-242F-BFD1-9177-6F89D02B699F}"/>
                </a:ext>
              </a:extLst>
            </p:cNvPr>
            <p:cNvSpPr/>
            <p:nvPr/>
          </p:nvSpPr>
          <p:spPr>
            <a:xfrm>
              <a:off x="14995754" y="17873315"/>
              <a:ext cx="432374" cy="424189"/>
            </a:xfrm>
            <a:custGeom>
              <a:avLst/>
              <a:gdLst>
                <a:gd name="connsiteX0" fmla="*/ 198515 w 198515"/>
                <a:gd name="connsiteY0" fmla="*/ 99377 h 198742"/>
                <a:gd name="connsiteX1" fmla="*/ 99282 w 198515"/>
                <a:gd name="connsiteY1" fmla="*/ 198742 h 198742"/>
                <a:gd name="connsiteX2" fmla="*/ 0 w 198515"/>
                <a:gd name="connsiteY2" fmla="*/ 99377 h 198742"/>
                <a:gd name="connsiteX3" fmla="*/ 99282 w 198515"/>
                <a:gd name="connsiteY3" fmla="*/ 0 h 198742"/>
                <a:gd name="connsiteX4" fmla="*/ 198515 w 198515"/>
                <a:gd name="connsiteY4" fmla="*/ 99377 h 198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15" h="198742">
                  <a:moveTo>
                    <a:pt x="198515" y="99377"/>
                  </a:moveTo>
                  <a:cubicBezTo>
                    <a:pt x="198515" y="154241"/>
                    <a:pt x="154103" y="198742"/>
                    <a:pt x="99282" y="198742"/>
                  </a:cubicBezTo>
                  <a:cubicBezTo>
                    <a:pt x="44461" y="198742"/>
                    <a:pt x="0" y="154241"/>
                    <a:pt x="0" y="99377"/>
                  </a:cubicBezTo>
                  <a:cubicBezTo>
                    <a:pt x="0" y="44501"/>
                    <a:pt x="44461" y="0"/>
                    <a:pt x="99282" y="0"/>
                  </a:cubicBezTo>
                  <a:cubicBezTo>
                    <a:pt x="154103" y="0"/>
                    <a:pt x="198515" y="44501"/>
                    <a:pt x="198515" y="99377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43" name="Freeform: Shape 2336">
              <a:extLst>
                <a:ext uri="{FF2B5EF4-FFF2-40B4-BE49-F238E27FC236}">
                  <a16:creationId xmlns:a16="http://schemas.microsoft.com/office/drawing/2014/main" id="{8EEC8E3D-CCDA-E43C-2953-5B28ABC398C7}"/>
                </a:ext>
              </a:extLst>
            </p:cNvPr>
            <p:cNvSpPr/>
            <p:nvPr/>
          </p:nvSpPr>
          <p:spPr>
            <a:xfrm>
              <a:off x="15112993" y="19062498"/>
              <a:ext cx="432481" cy="424080"/>
            </a:xfrm>
            <a:custGeom>
              <a:avLst/>
              <a:gdLst>
                <a:gd name="connsiteX0" fmla="*/ 198565 w 198564"/>
                <a:gd name="connsiteY0" fmla="*/ 99378 h 198691"/>
                <a:gd name="connsiteX1" fmla="*/ 99282 w 198564"/>
                <a:gd name="connsiteY1" fmla="*/ 198692 h 198691"/>
                <a:gd name="connsiteX2" fmla="*/ 0 w 198564"/>
                <a:gd name="connsiteY2" fmla="*/ 99378 h 198691"/>
                <a:gd name="connsiteX3" fmla="*/ 99282 w 198564"/>
                <a:gd name="connsiteY3" fmla="*/ 0 h 198691"/>
                <a:gd name="connsiteX4" fmla="*/ 198565 w 198564"/>
                <a:gd name="connsiteY4" fmla="*/ 99378 h 1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64" h="198691">
                  <a:moveTo>
                    <a:pt x="198565" y="99378"/>
                  </a:moveTo>
                  <a:cubicBezTo>
                    <a:pt x="198565" y="154242"/>
                    <a:pt x="154103" y="198692"/>
                    <a:pt x="99282" y="198692"/>
                  </a:cubicBezTo>
                  <a:cubicBezTo>
                    <a:pt x="44461" y="198692"/>
                    <a:pt x="0" y="154242"/>
                    <a:pt x="0" y="99378"/>
                  </a:cubicBezTo>
                  <a:cubicBezTo>
                    <a:pt x="0" y="44450"/>
                    <a:pt x="44461" y="0"/>
                    <a:pt x="99282" y="0"/>
                  </a:cubicBezTo>
                  <a:cubicBezTo>
                    <a:pt x="154103" y="0"/>
                    <a:pt x="198565" y="44450"/>
                    <a:pt x="198565" y="99378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44" name="Freeform: Shape 2337">
              <a:extLst>
                <a:ext uri="{FF2B5EF4-FFF2-40B4-BE49-F238E27FC236}">
                  <a16:creationId xmlns:a16="http://schemas.microsoft.com/office/drawing/2014/main" id="{877CBD67-97AA-CB85-80E5-ED1D681ADC97}"/>
                </a:ext>
              </a:extLst>
            </p:cNvPr>
            <p:cNvSpPr/>
            <p:nvPr/>
          </p:nvSpPr>
          <p:spPr>
            <a:xfrm>
              <a:off x="15767229" y="18214585"/>
              <a:ext cx="432386" cy="424189"/>
            </a:xfrm>
            <a:custGeom>
              <a:avLst/>
              <a:gdLst>
                <a:gd name="connsiteX0" fmla="*/ 198521 w 198521"/>
                <a:gd name="connsiteY0" fmla="*/ 99365 h 198742"/>
                <a:gd name="connsiteX1" fmla="*/ 99229 w 198521"/>
                <a:gd name="connsiteY1" fmla="*/ 198742 h 198742"/>
                <a:gd name="connsiteX2" fmla="*/ 0 w 198521"/>
                <a:gd name="connsiteY2" fmla="*/ 99365 h 198742"/>
                <a:gd name="connsiteX3" fmla="*/ 99229 w 198521"/>
                <a:gd name="connsiteY3" fmla="*/ 0 h 198742"/>
                <a:gd name="connsiteX4" fmla="*/ 198521 w 198521"/>
                <a:gd name="connsiteY4" fmla="*/ 99365 h 198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21" h="198742">
                  <a:moveTo>
                    <a:pt x="198521" y="99365"/>
                  </a:moveTo>
                  <a:cubicBezTo>
                    <a:pt x="198521" y="154241"/>
                    <a:pt x="154059" y="198742"/>
                    <a:pt x="99229" y="198742"/>
                  </a:cubicBezTo>
                  <a:cubicBezTo>
                    <a:pt x="44412" y="198742"/>
                    <a:pt x="0" y="154241"/>
                    <a:pt x="0" y="99365"/>
                  </a:cubicBezTo>
                  <a:cubicBezTo>
                    <a:pt x="0" y="44501"/>
                    <a:pt x="44412" y="0"/>
                    <a:pt x="99229" y="0"/>
                  </a:cubicBezTo>
                  <a:cubicBezTo>
                    <a:pt x="154059" y="0"/>
                    <a:pt x="198521" y="44501"/>
                    <a:pt x="198521" y="99365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45" name="Freeform: Shape 2338">
              <a:extLst>
                <a:ext uri="{FF2B5EF4-FFF2-40B4-BE49-F238E27FC236}">
                  <a16:creationId xmlns:a16="http://schemas.microsoft.com/office/drawing/2014/main" id="{97FC625B-D0BD-30F5-FC92-D6887C5910D9}"/>
                </a:ext>
              </a:extLst>
            </p:cNvPr>
            <p:cNvSpPr/>
            <p:nvPr/>
          </p:nvSpPr>
          <p:spPr>
            <a:xfrm>
              <a:off x="15874102" y="18237975"/>
              <a:ext cx="432498" cy="424080"/>
            </a:xfrm>
            <a:custGeom>
              <a:avLst/>
              <a:gdLst>
                <a:gd name="connsiteX0" fmla="*/ 198572 w 198572"/>
                <a:gd name="connsiteY0" fmla="*/ 99378 h 198691"/>
                <a:gd name="connsiteX1" fmla="*/ 99280 w 198572"/>
                <a:gd name="connsiteY1" fmla="*/ 198692 h 198691"/>
                <a:gd name="connsiteX2" fmla="*/ 0 w 198572"/>
                <a:gd name="connsiteY2" fmla="*/ 99378 h 198691"/>
                <a:gd name="connsiteX3" fmla="*/ 99280 w 198572"/>
                <a:gd name="connsiteY3" fmla="*/ 0 h 198691"/>
                <a:gd name="connsiteX4" fmla="*/ 198572 w 198572"/>
                <a:gd name="connsiteY4" fmla="*/ 99378 h 1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72" h="198691">
                  <a:moveTo>
                    <a:pt x="198572" y="99378"/>
                  </a:moveTo>
                  <a:cubicBezTo>
                    <a:pt x="198572" y="154242"/>
                    <a:pt x="154109" y="198692"/>
                    <a:pt x="99280" y="198692"/>
                  </a:cubicBezTo>
                  <a:cubicBezTo>
                    <a:pt x="44463" y="198692"/>
                    <a:pt x="0" y="154242"/>
                    <a:pt x="0" y="99378"/>
                  </a:cubicBezTo>
                  <a:cubicBezTo>
                    <a:pt x="0" y="44501"/>
                    <a:pt x="44463" y="0"/>
                    <a:pt x="99280" y="0"/>
                  </a:cubicBezTo>
                  <a:cubicBezTo>
                    <a:pt x="154109" y="0"/>
                    <a:pt x="198572" y="44501"/>
                    <a:pt x="198572" y="99378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46" name="Freeform: Shape 2339">
              <a:extLst>
                <a:ext uri="{FF2B5EF4-FFF2-40B4-BE49-F238E27FC236}">
                  <a16:creationId xmlns:a16="http://schemas.microsoft.com/office/drawing/2014/main" id="{CA03C666-727B-691B-03C6-53D5EA13F4FC}"/>
                </a:ext>
              </a:extLst>
            </p:cNvPr>
            <p:cNvSpPr/>
            <p:nvPr/>
          </p:nvSpPr>
          <p:spPr>
            <a:xfrm>
              <a:off x="14835757" y="18852126"/>
              <a:ext cx="432376" cy="424161"/>
            </a:xfrm>
            <a:custGeom>
              <a:avLst/>
              <a:gdLst>
                <a:gd name="connsiteX0" fmla="*/ 198516 w 198516"/>
                <a:gd name="connsiteY0" fmla="*/ 99365 h 198729"/>
                <a:gd name="connsiteX1" fmla="*/ 99234 w 198516"/>
                <a:gd name="connsiteY1" fmla="*/ 198730 h 198729"/>
                <a:gd name="connsiteX2" fmla="*/ 0 w 198516"/>
                <a:gd name="connsiteY2" fmla="*/ 99365 h 198729"/>
                <a:gd name="connsiteX3" fmla="*/ 99234 w 198516"/>
                <a:gd name="connsiteY3" fmla="*/ 0 h 198729"/>
                <a:gd name="connsiteX4" fmla="*/ 198516 w 198516"/>
                <a:gd name="connsiteY4" fmla="*/ 99365 h 198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16" h="198729">
                  <a:moveTo>
                    <a:pt x="198516" y="99365"/>
                  </a:moveTo>
                  <a:cubicBezTo>
                    <a:pt x="198516" y="154229"/>
                    <a:pt x="154104" y="198730"/>
                    <a:pt x="99234" y="198730"/>
                  </a:cubicBezTo>
                  <a:cubicBezTo>
                    <a:pt x="44412" y="198730"/>
                    <a:pt x="0" y="154229"/>
                    <a:pt x="0" y="99365"/>
                  </a:cubicBezTo>
                  <a:cubicBezTo>
                    <a:pt x="0" y="44501"/>
                    <a:pt x="44412" y="0"/>
                    <a:pt x="99234" y="0"/>
                  </a:cubicBezTo>
                  <a:cubicBezTo>
                    <a:pt x="154104" y="0"/>
                    <a:pt x="198516" y="44501"/>
                    <a:pt x="198516" y="99365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47" name="Freeform: Shape 2340">
              <a:extLst>
                <a:ext uri="{FF2B5EF4-FFF2-40B4-BE49-F238E27FC236}">
                  <a16:creationId xmlns:a16="http://schemas.microsoft.com/office/drawing/2014/main" id="{7496BD1C-D6C9-0165-2DC0-B9621F7ED5CE}"/>
                </a:ext>
              </a:extLst>
            </p:cNvPr>
            <p:cNvSpPr/>
            <p:nvPr/>
          </p:nvSpPr>
          <p:spPr>
            <a:xfrm>
              <a:off x="16109458" y="18158364"/>
              <a:ext cx="432359" cy="424161"/>
            </a:xfrm>
            <a:custGeom>
              <a:avLst/>
              <a:gdLst>
                <a:gd name="connsiteX0" fmla="*/ 198509 w 198508"/>
                <a:gd name="connsiteY0" fmla="*/ 99365 h 198729"/>
                <a:gd name="connsiteX1" fmla="*/ 99229 w 198508"/>
                <a:gd name="connsiteY1" fmla="*/ 198730 h 198729"/>
                <a:gd name="connsiteX2" fmla="*/ 0 w 198508"/>
                <a:gd name="connsiteY2" fmla="*/ 99365 h 198729"/>
                <a:gd name="connsiteX3" fmla="*/ 99229 w 198508"/>
                <a:gd name="connsiteY3" fmla="*/ 0 h 198729"/>
                <a:gd name="connsiteX4" fmla="*/ 198509 w 198508"/>
                <a:gd name="connsiteY4" fmla="*/ 99365 h 198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08" h="198729">
                  <a:moveTo>
                    <a:pt x="198509" y="99365"/>
                  </a:moveTo>
                  <a:cubicBezTo>
                    <a:pt x="198509" y="154229"/>
                    <a:pt x="154046" y="198730"/>
                    <a:pt x="99229" y="198730"/>
                  </a:cubicBezTo>
                  <a:cubicBezTo>
                    <a:pt x="44412" y="198730"/>
                    <a:pt x="0" y="154229"/>
                    <a:pt x="0" y="99365"/>
                  </a:cubicBezTo>
                  <a:cubicBezTo>
                    <a:pt x="0" y="44501"/>
                    <a:pt x="44412" y="0"/>
                    <a:pt x="99229" y="0"/>
                  </a:cubicBezTo>
                  <a:cubicBezTo>
                    <a:pt x="154046" y="0"/>
                    <a:pt x="198509" y="44501"/>
                    <a:pt x="198509" y="99365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48" name="Freeform: Shape 2341">
              <a:extLst>
                <a:ext uri="{FF2B5EF4-FFF2-40B4-BE49-F238E27FC236}">
                  <a16:creationId xmlns:a16="http://schemas.microsoft.com/office/drawing/2014/main" id="{35D4679A-3987-97BE-1390-9FB55E3EF06B}"/>
                </a:ext>
              </a:extLst>
            </p:cNvPr>
            <p:cNvSpPr/>
            <p:nvPr/>
          </p:nvSpPr>
          <p:spPr>
            <a:xfrm>
              <a:off x="15666599" y="18214582"/>
              <a:ext cx="432386" cy="424080"/>
            </a:xfrm>
            <a:custGeom>
              <a:avLst/>
              <a:gdLst>
                <a:gd name="connsiteX0" fmla="*/ 198521 w 198521"/>
                <a:gd name="connsiteY0" fmla="*/ 99314 h 198691"/>
                <a:gd name="connsiteX1" fmla="*/ 99292 w 198521"/>
                <a:gd name="connsiteY1" fmla="*/ 198691 h 198691"/>
                <a:gd name="connsiteX2" fmla="*/ 0 w 198521"/>
                <a:gd name="connsiteY2" fmla="*/ 99314 h 198691"/>
                <a:gd name="connsiteX3" fmla="*/ 99292 w 198521"/>
                <a:gd name="connsiteY3" fmla="*/ 0 h 198691"/>
                <a:gd name="connsiteX4" fmla="*/ 198521 w 198521"/>
                <a:gd name="connsiteY4" fmla="*/ 99314 h 1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21" h="198691">
                  <a:moveTo>
                    <a:pt x="198521" y="99314"/>
                  </a:moveTo>
                  <a:cubicBezTo>
                    <a:pt x="198521" y="154191"/>
                    <a:pt x="154109" y="198691"/>
                    <a:pt x="99292" y="198691"/>
                  </a:cubicBezTo>
                  <a:cubicBezTo>
                    <a:pt x="44463" y="198691"/>
                    <a:pt x="0" y="154191"/>
                    <a:pt x="0" y="99314"/>
                  </a:cubicBezTo>
                  <a:cubicBezTo>
                    <a:pt x="0" y="44450"/>
                    <a:pt x="44463" y="0"/>
                    <a:pt x="99292" y="0"/>
                  </a:cubicBezTo>
                  <a:cubicBezTo>
                    <a:pt x="154109" y="0"/>
                    <a:pt x="198521" y="44450"/>
                    <a:pt x="198521" y="99314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49" name="Freeform: Shape 2342">
              <a:extLst>
                <a:ext uri="{FF2B5EF4-FFF2-40B4-BE49-F238E27FC236}">
                  <a16:creationId xmlns:a16="http://schemas.microsoft.com/office/drawing/2014/main" id="{D18EA5D9-E767-99D4-7B32-F2ABD07198C5}"/>
                </a:ext>
              </a:extLst>
            </p:cNvPr>
            <p:cNvSpPr/>
            <p:nvPr/>
          </p:nvSpPr>
          <p:spPr>
            <a:xfrm>
              <a:off x="15135774" y="18690436"/>
              <a:ext cx="432374" cy="424161"/>
            </a:xfrm>
            <a:custGeom>
              <a:avLst/>
              <a:gdLst>
                <a:gd name="connsiteX0" fmla="*/ 198515 w 198515"/>
                <a:gd name="connsiteY0" fmla="*/ 99365 h 198729"/>
                <a:gd name="connsiteX1" fmla="*/ 99233 w 198515"/>
                <a:gd name="connsiteY1" fmla="*/ 198730 h 198729"/>
                <a:gd name="connsiteX2" fmla="*/ 0 w 198515"/>
                <a:gd name="connsiteY2" fmla="*/ 99365 h 198729"/>
                <a:gd name="connsiteX3" fmla="*/ 99233 w 198515"/>
                <a:gd name="connsiteY3" fmla="*/ 0 h 198729"/>
                <a:gd name="connsiteX4" fmla="*/ 198515 w 198515"/>
                <a:gd name="connsiteY4" fmla="*/ 99365 h 198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15" h="198729">
                  <a:moveTo>
                    <a:pt x="198515" y="99365"/>
                  </a:moveTo>
                  <a:cubicBezTo>
                    <a:pt x="198515" y="154229"/>
                    <a:pt x="154054" y="198730"/>
                    <a:pt x="99233" y="198730"/>
                  </a:cubicBezTo>
                  <a:cubicBezTo>
                    <a:pt x="44412" y="198730"/>
                    <a:pt x="0" y="154229"/>
                    <a:pt x="0" y="99365"/>
                  </a:cubicBezTo>
                  <a:cubicBezTo>
                    <a:pt x="0" y="44501"/>
                    <a:pt x="44412" y="0"/>
                    <a:pt x="99233" y="0"/>
                  </a:cubicBezTo>
                  <a:cubicBezTo>
                    <a:pt x="154054" y="0"/>
                    <a:pt x="198515" y="44501"/>
                    <a:pt x="198515" y="99365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50" name="Freeform: Shape 2343">
              <a:extLst>
                <a:ext uri="{FF2B5EF4-FFF2-40B4-BE49-F238E27FC236}">
                  <a16:creationId xmlns:a16="http://schemas.microsoft.com/office/drawing/2014/main" id="{61316862-A6BB-E159-422B-CDEA85BF5639}"/>
                </a:ext>
              </a:extLst>
            </p:cNvPr>
            <p:cNvSpPr/>
            <p:nvPr/>
          </p:nvSpPr>
          <p:spPr>
            <a:xfrm>
              <a:off x="15595461" y="18638553"/>
              <a:ext cx="432386" cy="424052"/>
            </a:xfrm>
            <a:custGeom>
              <a:avLst/>
              <a:gdLst>
                <a:gd name="connsiteX0" fmla="*/ 198521 w 198521"/>
                <a:gd name="connsiteY0" fmla="*/ 99365 h 198678"/>
                <a:gd name="connsiteX1" fmla="*/ 99280 w 198521"/>
                <a:gd name="connsiteY1" fmla="*/ 198679 h 198678"/>
                <a:gd name="connsiteX2" fmla="*/ 0 w 198521"/>
                <a:gd name="connsiteY2" fmla="*/ 99365 h 198678"/>
                <a:gd name="connsiteX3" fmla="*/ 99280 w 198521"/>
                <a:gd name="connsiteY3" fmla="*/ 0 h 198678"/>
                <a:gd name="connsiteX4" fmla="*/ 198521 w 198521"/>
                <a:gd name="connsiteY4" fmla="*/ 99365 h 1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21" h="198678">
                  <a:moveTo>
                    <a:pt x="198521" y="99365"/>
                  </a:moveTo>
                  <a:cubicBezTo>
                    <a:pt x="198521" y="154229"/>
                    <a:pt x="154109" y="198679"/>
                    <a:pt x="99280" y="198679"/>
                  </a:cubicBezTo>
                  <a:cubicBezTo>
                    <a:pt x="44412" y="198679"/>
                    <a:pt x="0" y="154229"/>
                    <a:pt x="0" y="99365"/>
                  </a:cubicBezTo>
                  <a:cubicBezTo>
                    <a:pt x="0" y="44501"/>
                    <a:pt x="44412" y="0"/>
                    <a:pt x="99280" y="0"/>
                  </a:cubicBezTo>
                  <a:cubicBezTo>
                    <a:pt x="154109" y="0"/>
                    <a:pt x="198521" y="44501"/>
                    <a:pt x="198521" y="99365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51" name="Freeform: Shape 2344">
              <a:extLst>
                <a:ext uri="{FF2B5EF4-FFF2-40B4-BE49-F238E27FC236}">
                  <a16:creationId xmlns:a16="http://schemas.microsoft.com/office/drawing/2014/main" id="{0F6FA803-53C0-09FE-DB43-0A1B51871F76}"/>
                </a:ext>
              </a:extLst>
            </p:cNvPr>
            <p:cNvSpPr/>
            <p:nvPr/>
          </p:nvSpPr>
          <p:spPr>
            <a:xfrm>
              <a:off x="14828091" y="17868974"/>
              <a:ext cx="432481" cy="424080"/>
            </a:xfrm>
            <a:custGeom>
              <a:avLst/>
              <a:gdLst>
                <a:gd name="connsiteX0" fmla="*/ 198565 w 198564"/>
                <a:gd name="connsiteY0" fmla="*/ 99365 h 198691"/>
                <a:gd name="connsiteX1" fmla="*/ 99282 w 198564"/>
                <a:gd name="connsiteY1" fmla="*/ 198691 h 198691"/>
                <a:gd name="connsiteX2" fmla="*/ 0 w 198564"/>
                <a:gd name="connsiteY2" fmla="*/ 99365 h 198691"/>
                <a:gd name="connsiteX3" fmla="*/ 99282 w 198564"/>
                <a:gd name="connsiteY3" fmla="*/ 0 h 198691"/>
                <a:gd name="connsiteX4" fmla="*/ 198565 w 198564"/>
                <a:gd name="connsiteY4" fmla="*/ 99365 h 1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64" h="198691">
                  <a:moveTo>
                    <a:pt x="198565" y="99365"/>
                  </a:moveTo>
                  <a:cubicBezTo>
                    <a:pt x="198565" y="154241"/>
                    <a:pt x="154103" y="198691"/>
                    <a:pt x="99282" y="198691"/>
                  </a:cubicBezTo>
                  <a:cubicBezTo>
                    <a:pt x="44461" y="198691"/>
                    <a:pt x="0" y="154241"/>
                    <a:pt x="0" y="99365"/>
                  </a:cubicBezTo>
                  <a:cubicBezTo>
                    <a:pt x="0" y="44501"/>
                    <a:pt x="44461" y="0"/>
                    <a:pt x="99282" y="0"/>
                  </a:cubicBezTo>
                  <a:cubicBezTo>
                    <a:pt x="154103" y="0"/>
                    <a:pt x="198565" y="44501"/>
                    <a:pt x="198565" y="99365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52" name="Freeform: Shape 2345">
              <a:extLst>
                <a:ext uri="{FF2B5EF4-FFF2-40B4-BE49-F238E27FC236}">
                  <a16:creationId xmlns:a16="http://schemas.microsoft.com/office/drawing/2014/main" id="{95C1B7D4-E845-2C81-F4E7-6A09ECF1128D}"/>
                </a:ext>
              </a:extLst>
            </p:cNvPr>
            <p:cNvSpPr/>
            <p:nvPr/>
          </p:nvSpPr>
          <p:spPr>
            <a:xfrm>
              <a:off x="15317144" y="17209527"/>
              <a:ext cx="432365" cy="424080"/>
            </a:xfrm>
            <a:custGeom>
              <a:avLst/>
              <a:gdLst>
                <a:gd name="connsiteX0" fmla="*/ 198511 w 198511"/>
                <a:gd name="connsiteY0" fmla="*/ 99314 h 198691"/>
                <a:gd name="connsiteX1" fmla="*/ 99282 w 198511"/>
                <a:gd name="connsiteY1" fmla="*/ 198692 h 198691"/>
                <a:gd name="connsiteX2" fmla="*/ 0 w 198511"/>
                <a:gd name="connsiteY2" fmla="*/ 99314 h 198691"/>
                <a:gd name="connsiteX3" fmla="*/ 99282 w 198511"/>
                <a:gd name="connsiteY3" fmla="*/ 0 h 198691"/>
                <a:gd name="connsiteX4" fmla="*/ 198511 w 198511"/>
                <a:gd name="connsiteY4" fmla="*/ 99314 h 1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11" h="198691">
                  <a:moveTo>
                    <a:pt x="198511" y="99314"/>
                  </a:moveTo>
                  <a:cubicBezTo>
                    <a:pt x="198511" y="154242"/>
                    <a:pt x="154099" y="198692"/>
                    <a:pt x="99282" y="198692"/>
                  </a:cubicBezTo>
                  <a:cubicBezTo>
                    <a:pt x="44412" y="198692"/>
                    <a:pt x="0" y="154242"/>
                    <a:pt x="0" y="99314"/>
                  </a:cubicBezTo>
                  <a:cubicBezTo>
                    <a:pt x="0" y="44450"/>
                    <a:pt x="44412" y="0"/>
                    <a:pt x="99282" y="0"/>
                  </a:cubicBezTo>
                  <a:cubicBezTo>
                    <a:pt x="154099" y="0"/>
                    <a:pt x="198511" y="44450"/>
                    <a:pt x="198511" y="99314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53" name="Freeform: Shape 2346">
              <a:extLst>
                <a:ext uri="{FF2B5EF4-FFF2-40B4-BE49-F238E27FC236}">
                  <a16:creationId xmlns:a16="http://schemas.microsoft.com/office/drawing/2014/main" id="{D9465BEC-743F-7353-FA5F-B1CEA7A0429C}"/>
                </a:ext>
              </a:extLst>
            </p:cNvPr>
            <p:cNvSpPr/>
            <p:nvPr/>
          </p:nvSpPr>
          <p:spPr>
            <a:xfrm>
              <a:off x="15332260" y="19131321"/>
              <a:ext cx="432478" cy="424080"/>
            </a:xfrm>
            <a:custGeom>
              <a:avLst/>
              <a:gdLst>
                <a:gd name="connsiteX0" fmla="*/ 198563 w 198563"/>
                <a:gd name="connsiteY0" fmla="*/ 99377 h 198691"/>
                <a:gd name="connsiteX1" fmla="*/ 99282 w 198563"/>
                <a:gd name="connsiteY1" fmla="*/ 198692 h 198691"/>
                <a:gd name="connsiteX2" fmla="*/ 0 w 198563"/>
                <a:gd name="connsiteY2" fmla="*/ 99377 h 198691"/>
                <a:gd name="connsiteX3" fmla="*/ 99282 w 198563"/>
                <a:gd name="connsiteY3" fmla="*/ 0 h 198691"/>
                <a:gd name="connsiteX4" fmla="*/ 198563 w 198563"/>
                <a:gd name="connsiteY4" fmla="*/ 99377 h 1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63" h="198691">
                  <a:moveTo>
                    <a:pt x="198563" y="99377"/>
                  </a:moveTo>
                  <a:cubicBezTo>
                    <a:pt x="198563" y="154242"/>
                    <a:pt x="154101" y="198692"/>
                    <a:pt x="99282" y="198692"/>
                  </a:cubicBezTo>
                  <a:cubicBezTo>
                    <a:pt x="44461" y="198692"/>
                    <a:pt x="0" y="154242"/>
                    <a:pt x="0" y="99377"/>
                  </a:cubicBezTo>
                  <a:cubicBezTo>
                    <a:pt x="0" y="44450"/>
                    <a:pt x="44461" y="0"/>
                    <a:pt x="99282" y="0"/>
                  </a:cubicBezTo>
                  <a:cubicBezTo>
                    <a:pt x="154101" y="0"/>
                    <a:pt x="198563" y="44450"/>
                    <a:pt x="198563" y="99377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54" name="Freeform: Shape 2347">
              <a:extLst>
                <a:ext uri="{FF2B5EF4-FFF2-40B4-BE49-F238E27FC236}">
                  <a16:creationId xmlns:a16="http://schemas.microsoft.com/office/drawing/2014/main" id="{06C9865D-9E2A-80CE-EFDF-060669B714EF}"/>
                </a:ext>
              </a:extLst>
            </p:cNvPr>
            <p:cNvSpPr/>
            <p:nvPr/>
          </p:nvSpPr>
          <p:spPr>
            <a:xfrm>
              <a:off x="14973078" y="18159528"/>
              <a:ext cx="432481" cy="424052"/>
            </a:xfrm>
            <a:custGeom>
              <a:avLst/>
              <a:gdLst>
                <a:gd name="connsiteX0" fmla="*/ 198565 w 198564"/>
                <a:gd name="connsiteY0" fmla="*/ 99314 h 198678"/>
                <a:gd name="connsiteX1" fmla="*/ 99282 w 198564"/>
                <a:gd name="connsiteY1" fmla="*/ 198679 h 198678"/>
                <a:gd name="connsiteX2" fmla="*/ 0 w 198564"/>
                <a:gd name="connsiteY2" fmla="*/ 99314 h 198678"/>
                <a:gd name="connsiteX3" fmla="*/ 99282 w 198564"/>
                <a:gd name="connsiteY3" fmla="*/ 0 h 198678"/>
                <a:gd name="connsiteX4" fmla="*/ 198565 w 198564"/>
                <a:gd name="connsiteY4" fmla="*/ 99314 h 1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64" h="198678">
                  <a:moveTo>
                    <a:pt x="198565" y="99314"/>
                  </a:moveTo>
                  <a:cubicBezTo>
                    <a:pt x="198565" y="154191"/>
                    <a:pt x="154103" y="198679"/>
                    <a:pt x="99282" y="198679"/>
                  </a:cubicBezTo>
                  <a:cubicBezTo>
                    <a:pt x="44461" y="198679"/>
                    <a:pt x="0" y="154191"/>
                    <a:pt x="0" y="99314"/>
                  </a:cubicBezTo>
                  <a:cubicBezTo>
                    <a:pt x="0" y="44450"/>
                    <a:pt x="44461" y="0"/>
                    <a:pt x="99282" y="0"/>
                  </a:cubicBezTo>
                  <a:cubicBezTo>
                    <a:pt x="154103" y="0"/>
                    <a:pt x="198565" y="44450"/>
                    <a:pt x="198565" y="99314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55" name="Freeform: Shape 2348">
              <a:extLst>
                <a:ext uri="{FF2B5EF4-FFF2-40B4-BE49-F238E27FC236}">
                  <a16:creationId xmlns:a16="http://schemas.microsoft.com/office/drawing/2014/main" id="{F9FEF7B6-AEC6-70DD-FEA1-DF5389E6B7D7}"/>
                </a:ext>
              </a:extLst>
            </p:cNvPr>
            <p:cNvSpPr/>
            <p:nvPr/>
          </p:nvSpPr>
          <p:spPr>
            <a:xfrm>
              <a:off x="15637662" y="17704221"/>
              <a:ext cx="432498" cy="424161"/>
            </a:xfrm>
            <a:custGeom>
              <a:avLst/>
              <a:gdLst>
                <a:gd name="connsiteX0" fmla="*/ 198572 w 198572"/>
                <a:gd name="connsiteY0" fmla="*/ 99365 h 198729"/>
                <a:gd name="connsiteX1" fmla="*/ 99292 w 198572"/>
                <a:gd name="connsiteY1" fmla="*/ 198730 h 198729"/>
                <a:gd name="connsiteX2" fmla="*/ 0 w 198572"/>
                <a:gd name="connsiteY2" fmla="*/ 99365 h 198729"/>
                <a:gd name="connsiteX3" fmla="*/ 99292 w 198572"/>
                <a:gd name="connsiteY3" fmla="*/ 0 h 198729"/>
                <a:gd name="connsiteX4" fmla="*/ 198572 w 198572"/>
                <a:gd name="connsiteY4" fmla="*/ 99365 h 198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72" h="198729">
                  <a:moveTo>
                    <a:pt x="198572" y="99365"/>
                  </a:moveTo>
                  <a:cubicBezTo>
                    <a:pt x="198572" y="154242"/>
                    <a:pt x="154109" y="198730"/>
                    <a:pt x="99292" y="198730"/>
                  </a:cubicBezTo>
                  <a:cubicBezTo>
                    <a:pt x="44463" y="198730"/>
                    <a:pt x="0" y="154242"/>
                    <a:pt x="0" y="99365"/>
                  </a:cubicBezTo>
                  <a:cubicBezTo>
                    <a:pt x="0" y="44501"/>
                    <a:pt x="44463" y="0"/>
                    <a:pt x="99292" y="0"/>
                  </a:cubicBezTo>
                  <a:cubicBezTo>
                    <a:pt x="154109" y="0"/>
                    <a:pt x="198572" y="44501"/>
                    <a:pt x="198572" y="99365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56" name="Freeform: Shape 2349">
              <a:extLst>
                <a:ext uri="{FF2B5EF4-FFF2-40B4-BE49-F238E27FC236}">
                  <a16:creationId xmlns:a16="http://schemas.microsoft.com/office/drawing/2014/main" id="{43DA9DF6-C7A4-20D0-5672-434977203D8E}"/>
                </a:ext>
              </a:extLst>
            </p:cNvPr>
            <p:cNvSpPr/>
            <p:nvPr/>
          </p:nvSpPr>
          <p:spPr>
            <a:xfrm>
              <a:off x="15706756" y="18308830"/>
              <a:ext cx="432386" cy="424052"/>
            </a:xfrm>
            <a:custGeom>
              <a:avLst/>
              <a:gdLst>
                <a:gd name="connsiteX0" fmla="*/ 198521 w 198521"/>
                <a:gd name="connsiteY0" fmla="*/ 99365 h 198678"/>
                <a:gd name="connsiteX1" fmla="*/ 99242 w 198521"/>
                <a:gd name="connsiteY1" fmla="*/ 198679 h 198678"/>
                <a:gd name="connsiteX2" fmla="*/ 0 w 198521"/>
                <a:gd name="connsiteY2" fmla="*/ 99365 h 198678"/>
                <a:gd name="connsiteX3" fmla="*/ 99242 w 198521"/>
                <a:gd name="connsiteY3" fmla="*/ 0 h 198678"/>
                <a:gd name="connsiteX4" fmla="*/ 198521 w 198521"/>
                <a:gd name="connsiteY4" fmla="*/ 99365 h 1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21" h="198678">
                  <a:moveTo>
                    <a:pt x="198521" y="99365"/>
                  </a:moveTo>
                  <a:cubicBezTo>
                    <a:pt x="198521" y="154229"/>
                    <a:pt x="154059" y="198679"/>
                    <a:pt x="99242" y="198679"/>
                  </a:cubicBezTo>
                  <a:cubicBezTo>
                    <a:pt x="44412" y="198679"/>
                    <a:pt x="0" y="154229"/>
                    <a:pt x="0" y="99365"/>
                  </a:cubicBezTo>
                  <a:cubicBezTo>
                    <a:pt x="0" y="44501"/>
                    <a:pt x="44412" y="0"/>
                    <a:pt x="99242" y="0"/>
                  </a:cubicBezTo>
                  <a:cubicBezTo>
                    <a:pt x="154059" y="0"/>
                    <a:pt x="198521" y="44501"/>
                    <a:pt x="198521" y="99365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57" name="Freeform: Shape 2350">
              <a:extLst>
                <a:ext uri="{FF2B5EF4-FFF2-40B4-BE49-F238E27FC236}">
                  <a16:creationId xmlns:a16="http://schemas.microsoft.com/office/drawing/2014/main" id="{5A3BB991-CB80-FA12-4DE2-5EF666D9D75E}"/>
                </a:ext>
              </a:extLst>
            </p:cNvPr>
            <p:cNvSpPr/>
            <p:nvPr/>
          </p:nvSpPr>
          <p:spPr>
            <a:xfrm>
              <a:off x="14895564" y="19062418"/>
              <a:ext cx="432481" cy="424052"/>
            </a:xfrm>
            <a:custGeom>
              <a:avLst/>
              <a:gdLst>
                <a:gd name="connsiteX0" fmla="*/ 198565 w 198564"/>
                <a:gd name="connsiteY0" fmla="*/ 99365 h 198678"/>
                <a:gd name="connsiteX1" fmla="*/ 99282 w 198564"/>
                <a:gd name="connsiteY1" fmla="*/ 198679 h 198678"/>
                <a:gd name="connsiteX2" fmla="*/ 0 w 198564"/>
                <a:gd name="connsiteY2" fmla="*/ 99365 h 198678"/>
                <a:gd name="connsiteX3" fmla="*/ 99282 w 198564"/>
                <a:gd name="connsiteY3" fmla="*/ 0 h 198678"/>
                <a:gd name="connsiteX4" fmla="*/ 198565 w 198564"/>
                <a:gd name="connsiteY4" fmla="*/ 99365 h 1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64" h="198678">
                  <a:moveTo>
                    <a:pt x="198565" y="99365"/>
                  </a:moveTo>
                  <a:cubicBezTo>
                    <a:pt x="198565" y="154229"/>
                    <a:pt x="154103" y="198679"/>
                    <a:pt x="99282" y="198679"/>
                  </a:cubicBezTo>
                  <a:cubicBezTo>
                    <a:pt x="44461" y="198679"/>
                    <a:pt x="0" y="154229"/>
                    <a:pt x="0" y="99365"/>
                  </a:cubicBezTo>
                  <a:cubicBezTo>
                    <a:pt x="0" y="44488"/>
                    <a:pt x="44461" y="0"/>
                    <a:pt x="99282" y="0"/>
                  </a:cubicBezTo>
                  <a:cubicBezTo>
                    <a:pt x="154103" y="0"/>
                    <a:pt x="198565" y="44488"/>
                    <a:pt x="198565" y="99365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58" name="Freeform: Shape 2351">
              <a:extLst>
                <a:ext uri="{FF2B5EF4-FFF2-40B4-BE49-F238E27FC236}">
                  <a16:creationId xmlns:a16="http://schemas.microsoft.com/office/drawing/2014/main" id="{5C1D178F-1826-E72C-CEB6-13831B313F02}"/>
                </a:ext>
              </a:extLst>
            </p:cNvPr>
            <p:cNvSpPr/>
            <p:nvPr/>
          </p:nvSpPr>
          <p:spPr>
            <a:xfrm>
              <a:off x="14781131" y="16943124"/>
              <a:ext cx="432374" cy="424052"/>
            </a:xfrm>
            <a:custGeom>
              <a:avLst/>
              <a:gdLst>
                <a:gd name="connsiteX0" fmla="*/ 198515 w 198515"/>
                <a:gd name="connsiteY0" fmla="*/ 99365 h 198678"/>
                <a:gd name="connsiteX1" fmla="*/ 99233 w 198515"/>
                <a:gd name="connsiteY1" fmla="*/ 198679 h 198678"/>
                <a:gd name="connsiteX2" fmla="*/ 0 w 198515"/>
                <a:gd name="connsiteY2" fmla="*/ 99365 h 198678"/>
                <a:gd name="connsiteX3" fmla="*/ 99233 w 198515"/>
                <a:gd name="connsiteY3" fmla="*/ 0 h 198678"/>
                <a:gd name="connsiteX4" fmla="*/ 198515 w 198515"/>
                <a:gd name="connsiteY4" fmla="*/ 99365 h 1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15" h="198678">
                  <a:moveTo>
                    <a:pt x="198515" y="99365"/>
                  </a:moveTo>
                  <a:cubicBezTo>
                    <a:pt x="198515" y="154229"/>
                    <a:pt x="154103" y="198679"/>
                    <a:pt x="99233" y="198679"/>
                  </a:cubicBezTo>
                  <a:cubicBezTo>
                    <a:pt x="44412" y="198679"/>
                    <a:pt x="0" y="154229"/>
                    <a:pt x="0" y="99365"/>
                  </a:cubicBezTo>
                  <a:cubicBezTo>
                    <a:pt x="0" y="44501"/>
                    <a:pt x="44412" y="0"/>
                    <a:pt x="99233" y="0"/>
                  </a:cubicBezTo>
                  <a:cubicBezTo>
                    <a:pt x="154103" y="0"/>
                    <a:pt x="198515" y="44501"/>
                    <a:pt x="198515" y="99365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59" name="Freeform: Shape 2352">
              <a:extLst>
                <a:ext uri="{FF2B5EF4-FFF2-40B4-BE49-F238E27FC236}">
                  <a16:creationId xmlns:a16="http://schemas.microsoft.com/office/drawing/2014/main" id="{B3E257E9-9EF4-3BBD-D5E6-434D0EC5ED85}"/>
                </a:ext>
              </a:extLst>
            </p:cNvPr>
            <p:cNvSpPr/>
            <p:nvPr/>
          </p:nvSpPr>
          <p:spPr>
            <a:xfrm>
              <a:off x="15741304" y="18431434"/>
              <a:ext cx="432386" cy="424080"/>
            </a:xfrm>
            <a:custGeom>
              <a:avLst/>
              <a:gdLst>
                <a:gd name="connsiteX0" fmla="*/ 198521 w 198521"/>
                <a:gd name="connsiteY0" fmla="*/ 99365 h 198691"/>
                <a:gd name="connsiteX1" fmla="*/ 99242 w 198521"/>
                <a:gd name="connsiteY1" fmla="*/ 198691 h 198691"/>
                <a:gd name="connsiteX2" fmla="*/ 0 w 198521"/>
                <a:gd name="connsiteY2" fmla="*/ 99365 h 198691"/>
                <a:gd name="connsiteX3" fmla="*/ 99242 w 198521"/>
                <a:gd name="connsiteY3" fmla="*/ 0 h 198691"/>
                <a:gd name="connsiteX4" fmla="*/ 198521 w 198521"/>
                <a:gd name="connsiteY4" fmla="*/ 99365 h 1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21" h="198691">
                  <a:moveTo>
                    <a:pt x="198521" y="99365"/>
                  </a:moveTo>
                  <a:cubicBezTo>
                    <a:pt x="198521" y="154241"/>
                    <a:pt x="154059" y="198691"/>
                    <a:pt x="99242" y="198691"/>
                  </a:cubicBezTo>
                  <a:cubicBezTo>
                    <a:pt x="44412" y="198691"/>
                    <a:pt x="0" y="154241"/>
                    <a:pt x="0" y="99365"/>
                  </a:cubicBezTo>
                  <a:cubicBezTo>
                    <a:pt x="0" y="44450"/>
                    <a:pt x="44412" y="0"/>
                    <a:pt x="99242" y="0"/>
                  </a:cubicBezTo>
                  <a:cubicBezTo>
                    <a:pt x="154059" y="0"/>
                    <a:pt x="198521" y="44450"/>
                    <a:pt x="198521" y="99365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60" name="Freeform: Shape 2353">
              <a:extLst>
                <a:ext uri="{FF2B5EF4-FFF2-40B4-BE49-F238E27FC236}">
                  <a16:creationId xmlns:a16="http://schemas.microsoft.com/office/drawing/2014/main" id="{BE3B8B48-989A-2DAD-399A-FFCE7E7E1523}"/>
                </a:ext>
              </a:extLst>
            </p:cNvPr>
            <p:cNvSpPr/>
            <p:nvPr/>
          </p:nvSpPr>
          <p:spPr>
            <a:xfrm>
              <a:off x="14692278" y="18747087"/>
              <a:ext cx="432483" cy="424052"/>
            </a:xfrm>
            <a:custGeom>
              <a:avLst/>
              <a:gdLst>
                <a:gd name="connsiteX0" fmla="*/ 198566 w 198565"/>
                <a:gd name="connsiteY0" fmla="*/ 99365 h 198678"/>
                <a:gd name="connsiteX1" fmla="*/ 99284 w 198565"/>
                <a:gd name="connsiteY1" fmla="*/ 198679 h 198678"/>
                <a:gd name="connsiteX2" fmla="*/ 0 w 198565"/>
                <a:gd name="connsiteY2" fmla="*/ 99365 h 198678"/>
                <a:gd name="connsiteX3" fmla="*/ 99284 w 198565"/>
                <a:gd name="connsiteY3" fmla="*/ 0 h 198678"/>
                <a:gd name="connsiteX4" fmla="*/ 198566 w 198565"/>
                <a:gd name="connsiteY4" fmla="*/ 99365 h 1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65" h="198678">
                  <a:moveTo>
                    <a:pt x="198566" y="99365"/>
                  </a:moveTo>
                  <a:cubicBezTo>
                    <a:pt x="198566" y="154229"/>
                    <a:pt x="154104" y="198679"/>
                    <a:pt x="99284" y="198679"/>
                  </a:cubicBezTo>
                  <a:cubicBezTo>
                    <a:pt x="44461" y="198679"/>
                    <a:pt x="0" y="154229"/>
                    <a:pt x="0" y="99365"/>
                  </a:cubicBezTo>
                  <a:cubicBezTo>
                    <a:pt x="0" y="44501"/>
                    <a:pt x="44461" y="0"/>
                    <a:pt x="99284" y="0"/>
                  </a:cubicBezTo>
                  <a:cubicBezTo>
                    <a:pt x="154104" y="0"/>
                    <a:pt x="198566" y="44501"/>
                    <a:pt x="198566" y="99365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61" name="Freeform: Shape 2354">
              <a:extLst>
                <a:ext uri="{FF2B5EF4-FFF2-40B4-BE49-F238E27FC236}">
                  <a16:creationId xmlns:a16="http://schemas.microsoft.com/office/drawing/2014/main" id="{112AF046-F89D-642C-FDD1-CC09CFE122F3}"/>
                </a:ext>
              </a:extLst>
            </p:cNvPr>
            <p:cNvSpPr/>
            <p:nvPr/>
          </p:nvSpPr>
          <p:spPr>
            <a:xfrm>
              <a:off x="15397465" y="18370037"/>
              <a:ext cx="432467" cy="424161"/>
            </a:xfrm>
            <a:custGeom>
              <a:avLst/>
              <a:gdLst>
                <a:gd name="connsiteX0" fmla="*/ 198558 w 198558"/>
                <a:gd name="connsiteY0" fmla="*/ 99365 h 198729"/>
                <a:gd name="connsiteX1" fmla="*/ 99278 w 198558"/>
                <a:gd name="connsiteY1" fmla="*/ 198730 h 198729"/>
                <a:gd name="connsiteX2" fmla="*/ 0 w 198558"/>
                <a:gd name="connsiteY2" fmla="*/ 99365 h 198729"/>
                <a:gd name="connsiteX3" fmla="*/ 99278 w 198558"/>
                <a:gd name="connsiteY3" fmla="*/ 0 h 198729"/>
                <a:gd name="connsiteX4" fmla="*/ 198558 w 198558"/>
                <a:gd name="connsiteY4" fmla="*/ 99365 h 198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58" h="198729">
                  <a:moveTo>
                    <a:pt x="198558" y="99365"/>
                  </a:moveTo>
                  <a:cubicBezTo>
                    <a:pt x="198558" y="154229"/>
                    <a:pt x="154108" y="198730"/>
                    <a:pt x="99278" y="198730"/>
                  </a:cubicBezTo>
                  <a:cubicBezTo>
                    <a:pt x="44461" y="198730"/>
                    <a:pt x="0" y="154229"/>
                    <a:pt x="0" y="99365"/>
                  </a:cubicBezTo>
                  <a:cubicBezTo>
                    <a:pt x="0" y="44488"/>
                    <a:pt x="44461" y="0"/>
                    <a:pt x="99278" y="0"/>
                  </a:cubicBezTo>
                  <a:cubicBezTo>
                    <a:pt x="154108" y="0"/>
                    <a:pt x="198558" y="44488"/>
                    <a:pt x="198558" y="99365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62" name="Freeform: Shape 2355">
              <a:extLst>
                <a:ext uri="{FF2B5EF4-FFF2-40B4-BE49-F238E27FC236}">
                  <a16:creationId xmlns:a16="http://schemas.microsoft.com/office/drawing/2014/main" id="{9692826A-73A5-6CB3-1764-CA46380F783D}"/>
                </a:ext>
              </a:extLst>
            </p:cNvPr>
            <p:cNvSpPr/>
            <p:nvPr/>
          </p:nvSpPr>
          <p:spPr>
            <a:xfrm>
              <a:off x="15818410" y="17307163"/>
              <a:ext cx="432359" cy="424052"/>
            </a:xfrm>
            <a:custGeom>
              <a:avLst/>
              <a:gdLst>
                <a:gd name="connsiteX0" fmla="*/ 198509 w 198508"/>
                <a:gd name="connsiteY0" fmla="*/ 99314 h 198678"/>
                <a:gd name="connsiteX1" fmla="*/ 99229 w 198508"/>
                <a:gd name="connsiteY1" fmla="*/ 198679 h 198678"/>
                <a:gd name="connsiteX2" fmla="*/ 0 w 198508"/>
                <a:gd name="connsiteY2" fmla="*/ 99314 h 198678"/>
                <a:gd name="connsiteX3" fmla="*/ 99229 w 198508"/>
                <a:gd name="connsiteY3" fmla="*/ 0 h 198678"/>
                <a:gd name="connsiteX4" fmla="*/ 198509 w 198508"/>
                <a:gd name="connsiteY4" fmla="*/ 99314 h 1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08" h="198678">
                  <a:moveTo>
                    <a:pt x="198509" y="99314"/>
                  </a:moveTo>
                  <a:cubicBezTo>
                    <a:pt x="198509" y="154229"/>
                    <a:pt x="154046" y="198679"/>
                    <a:pt x="99229" y="198679"/>
                  </a:cubicBezTo>
                  <a:cubicBezTo>
                    <a:pt x="44412" y="198679"/>
                    <a:pt x="0" y="154229"/>
                    <a:pt x="0" y="99314"/>
                  </a:cubicBezTo>
                  <a:cubicBezTo>
                    <a:pt x="0" y="44450"/>
                    <a:pt x="44412" y="0"/>
                    <a:pt x="99229" y="0"/>
                  </a:cubicBezTo>
                  <a:cubicBezTo>
                    <a:pt x="154046" y="0"/>
                    <a:pt x="198509" y="44450"/>
                    <a:pt x="198509" y="99314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63" name="Freeform: Shape 2356">
              <a:extLst>
                <a:ext uri="{FF2B5EF4-FFF2-40B4-BE49-F238E27FC236}">
                  <a16:creationId xmlns:a16="http://schemas.microsoft.com/office/drawing/2014/main" id="{38B259E6-9E89-8B5C-F6AC-A1418AECB0E0}"/>
                </a:ext>
              </a:extLst>
            </p:cNvPr>
            <p:cNvSpPr/>
            <p:nvPr/>
          </p:nvSpPr>
          <p:spPr>
            <a:xfrm>
              <a:off x="16046837" y="18617573"/>
              <a:ext cx="432498" cy="424080"/>
            </a:xfrm>
            <a:custGeom>
              <a:avLst/>
              <a:gdLst>
                <a:gd name="connsiteX0" fmla="*/ 198572 w 198572"/>
                <a:gd name="connsiteY0" fmla="*/ 99378 h 198691"/>
                <a:gd name="connsiteX1" fmla="*/ 99280 w 198572"/>
                <a:gd name="connsiteY1" fmla="*/ 198692 h 198691"/>
                <a:gd name="connsiteX2" fmla="*/ 0 w 198572"/>
                <a:gd name="connsiteY2" fmla="*/ 99378 h 198691"/>
                <a:gd name="connsiteX3" fmla="*/ 99280 w 198572"/>
                <a:gd name="connsiteY3" fmla="*/ 0 h 198691"/>
                <a:gd name="connsiteX4" fmla="*/ 198572 w 198572"/>
                <a:gd name="connsiteY4" fmla="*/ 99378 h 1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72" h="198691">
                  <a:moveTo>
                    <a:pt x="198572" y="99378"/>
                  </a:moveTo>
                  <a:cubicBezTo>
                    <a:pt x="198572" y="154242"/>
                    <a:pt x="154109" y="198692"/>
                    <a:pt x="99280" y="198692"/>
                  </a:cubicBezTo>
                  <a:cubicBezTo>
                    <a:pt x="44463" y="198692"/>
                    <a:pt x="0" y="154242"/>
                    <a:pt x="0" y="99378"/>
                  </a:cubicBezTo>
                  <a:cubicBezTo>
                    <a:pt x="0" y="44450"/>
                    <a:pt x="44463" y="0"/>
                    <a:pt x="99280" y="0"/>
                  </a:cubicBezTo>
                  <a:cubicBezTo>
                    <a:pt x="154109" y="0"/>
                    <a:pt x="198572" y="44450"/>
                    <a:pt x="198572" y="99378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64" name="Freeform: Shape 2357">
              <a:extLst>
                <a:ext uri="{FF2B5EF4-FFF2-40B4-BE49-F238E27FC236}">
                  <a16:creationId xmlns:a16="http://schemas.microsoft.com/office/drawing/2014/main" id="{BB72195D-1303-3323-6407-D24714EE1B3E}"/>
                </a:ext>
              </a:extLst>
            </p:cNvPr>
            <p:cNvSpPr/>
            <p:nvPr/>
          </p:nvSpPr>
          <p:spPr>
            <a:xfrm>
              <a:off x="14848388" y="19139915"/>
              <a:ext cx="432481" cy="424161"/>
            </a:xfrm>
            <a:custGeom>
              <a:avLst/>
              <a:gdLst>
                <a:gd name="connsiteX0" fmla="*/ 198565 w 198564"/>
                <a:gd name="connsiteY0" fmla="*/ 99365 h 198729"/>
                <a:gd name="connsiteX1" fmla="*/ 99282 w 198564"/>
                <a:gd name="connsiteY1" fmla="*/ 198730 h 198729"/>
                <a:gd name="connsiteX2" fmla="*/ 0 w 198564"/>
                <a:gd name="connsiteY2" fmla="*/ 99365 h 198729"/>
                <a:gd name="connsiteX3" fmla="*/ 99282 w 198564"/>
                <a:gd name="connsiteY3" fmla="*/ 0 h 198729"/>
                <a:gd name="connsiteX4" fmla="*/ 198565 w 198564"/>
                <a:gd name="connsiteY4" fmla="*/ 99365 h 198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64" h="198729">
                  <a:moveTo>
                    <a:pt x="198565" y="99365"/>
                  </a:moveTo>
                  <a:cubicBezTo>
                    <a:pt x="198565" y="154229"/>
                    <a:pt x="154103" y="198730"/>
                    <a:pt x="99282" y="198730"/>
                  </a:cubicBezTo>
                  <a:cubicBezTo>
                    <a:pt x="44461" y="198730"/>
                    <a:pt x="0" y="154229"/>
                    <a:pt x="0" y="99365"/>
                  </a:cubicBezTo>
                  <a:cubicBezTo>
                    <a:pt x="0" y="44501"/>
                    <a:pt x="44461" y="0"/>
                    <a:pt x="99282" y="0"/>
                  </a:cubicBezTo>
                  <a:cubicBezTo>
                    <a:pt x="154103" y="0"/>
                    <a:pt x="198565" y="44501"/>
                    <a:pt x="198565" y="99365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65" name="Freeform: Shape 2358">
              <a:extLst>
                <a:ext uri="{FF2B5EF4-FFF2-40B4-BE49-F238E27FC236}">
                  <a16:creationId xmlns:a16="http://schemas.microsoft.com/office/drawing/2014/main" id="{38B3874E-3253-2E41-6FE6-AC41D61C7869}"/>
                </a:ext>
              </a:extLst>
            </p:cNvPr>
            <p:cNvSpPr/>
            <p:nvPr/>
          </p:nvSpPr>
          <p:spPr>
            <a:xfrm>
              <a:off x="16142705" y="19235304"/>
              <a:ext cx="432359" cy="424080"/>
            </a:xfrm>
            <a:custGeom>
              <a:avLst/>
              <a:gdLst>
                <a:gd name="connsiteX0" fmla="*/ 198509 w 198508"/>
                <a:gd name="connsiteY0" fmla="*/ 99327 h 198691"/>
                <a:gd name="connsiteX1" fmla="*/ 99229 w 198508"/>
                <a:gd name="connsiteY1" fmla="*/ 198692 h 198691"/>
                <a:gd name="connsiteX2" fmla="*/ 0 w 198508"/>
                <a:gd name="connsiteY2" fmla="*/ 99327 h 198691"/>
                <a:gd name="connsiteX3" fmla="*/ 99229 w 198508"/>
                <a:gd name="connsiteY3" fmla="*/ 0 h 198691"/>
                <a:gd name="connsiteX4" fmla="*/ 198509 w 198508"/>
                <a:gd name="connsiteY4" fmla="*/ 99327 h 1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08" h="198691">
                  <a:moveTo>
                    <a:pt x="198509" y="99327"/>
                  </a:moveTo>
                  <a:cubicBezTo>
                    <a:pt x="198509" y="154242"/>
                    <a:pt x="154059" y="198692"/>
                    <a:pt x="99229" y="198692"/>
                  </a:cubicBezTo>
                  <a:cubicBezTo>
                    <a:pt x="44412" y="198692"/>
                    <a:pt x="0" y="154242"/>
                    <a:pt x="0" y="99327"/>
                  </a:cubicBezTo>
                  <a:cubicBezTo>
                    <a:pt x="0" y="44450"/>
                    <a:pt x="44412" y="0"/>
                    <a:pt x="99229" y="0"/>
                  </a:cubicBezTo>
                  <a:cubicBezTo>
                    <a:pt x="154059" y="0"/>
                    <a:pt x="198509" y="44450"/>
                    <a:pt x="198509" y="99327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66" name="Freeform: Shape 2359">
              <a:extLst>
                <a:ext uri="{FF2B5EF4-FFF2-40B4-BE49-F238E27FC236}">
                  <a16:creationId xmlns:a16="http://schemas.microsoft.com/office/drawing/2014/main" id="{7CE46218-2CF8-9E4F-3415-FEC437A18969}"/>
                </a:ext>
              </a:extLst>
            </p:cNvPr>
            <p:cNvSpPr/>
            <p:nvPr/>
          </p:nvSpPr>
          <p:spPr>
            <a:xfrm>
              <a:off x="15178956" y="17496369"/>
              <a:ext cx="432365" cy="424161"/>
            </a:xfrm>
            <a:custGeom>
              <a:avLst/>
              <a:gdLst>
                <a:gd name="connsiteX0" fmla="*/ 198511 w 198511"/>
                <a:gd name="connsiteY0" fmla="*/ 99365 h 198729"/>
                <a:gd name="connsiteX1" fmla="*/ 99282 w 198511"/>
                <a:gd name="connsiteY1" fmla="*/ 198730 h 198729"/>
                <a:gd name="connsiteX2" fmla="*/ 0 w 198511"/>
                <a:gd name="connsiteY2" fmla="*/ 99365 h 198729"/>
                <a:gd name="connsiteX3" fmla="*/ 99282 w 198511"/>
                <a:gd name="connsiteY3" fmla="*/ 0 h 198729"/>
                <a:gd name="connsiteX4" fmla="*/ 198511 w 198511"/>
                <a:gd name="connsiteY4" fmla="*/ 99365 h 198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11" h="198729">
                  <a:moveTo>
                    <a:pt x="198511" y="99365"/>
                  </a:moveTo>
                  <a:cubicBezTo>
                    <a:pt x="198511" y="154242"/>
                    <a:pt x="154103" y="198730"/>
                    <a:pt x="99282" y="198730"/>
                  </a:cubicBezTo>
                  <a:cubicBezTo>
                    <a:pt x="44412" y="198730"/>
                    <a:pt x="0" y="154242"/>
                    <a:pt x="0" y="99365"/>
                  </a:cubicBezTo>
                  <a:cubicBezTo>
                    <a:pt x="0" y="44501"/>
                    <a:pt x="44412" y="0"/>
                    <a:pt x="99282" y="0"/>
                  </a:cubicBezTo>
                  <a:cubicBezTo>
                    <a:pt x="154103" y="0"/>
                    <a:pt x="198511" y="44501"/>
                    <a:pt x="198511" y="99365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67" name="Freeform: Shape 2360">
              <a:extLst>
                <a:ext uri="{FF2B5EF4-FFF2-40B4-BE49-F238E27FC236}">
                  <a16:creationId xmlns:a16="http://schemas.microsoft.com/office/drawing/2014/main" id="{05AC0566-B1D7-43EE-16D6-75C04B48C797}"/>
                </a:ext>
              </a:extLst>
            </p:cNvPr>
            <p:cNvSpPr/>
            <p:nvPr/>
          </p:nvSpPr>
          <p:spPr>
            <a:xfrm>
              <a:off x="15287351" y="17852767"/>
              <a:ext cx="432478" cy="424189"/>
            </a:xfrm>
            <a:custGeom>
              <a:avLst/>
              <a:gdLst>
                <a:gd name="connsiteX0" fmla="*/ 198563 w 198563"/>
                <a:gd name="connsiteY0" fmla="*/ 99377 h 198742"/>
                <a:gd name="connsiteX1" fmla="*/ 99282 w 198563"/>
                <a:gd name="connsiteY1" fmla="*/ 198742 h 198742"/>
                <a:gd name="connsiteX2" fmla="*/ 0 w 198563"/>
                <a:gd name="connsiteY2" fmla="*/ 99377 h 198742"/>
                <a:gd name="connsiteX3" fmla="*/ 99282 w 198563"/>
                <a:gd name="connsiteY3" fmla="*/ 0 h 198742"/>
                <a:gd name="connsiteX4" fmla="*/ 198563 w 198563"/>
                <a:gd name="connsiteY4" fmla="*/ 99377 h 198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63" h="198742">
                  <a:moveTo>
                    <a:pt x="198563" y="99377"/>
                  </a:moveTo>
                  <a:cubicBezTo>
                    <a:pt x="198563" y="154242"/>
                    <a:pt x="154101" y="198742"/>
                    <a:pt x="99282" y="198742"/>
                  </a:cubicBezTo>
                  <a:cubicBezTo>
                    <a:pt x="44461" y="198742"/>
                    <a:pt x="0" y="154242"/>
                    <a:pt x="0" y="99377"/>
                  </a:cubicBezTo>
                  <a:cubicBezTo>
                    <a:pt x="0" y="44501"/>
                    <a:pt x="44461" y="0"/>
                    <a:pt x="99282" y="0"/>
                  </a:cubicBezTo>
                  <a:cubicBezTo>
                    <a:pt x="154101" y="0"/>
                    <a:pt x="198563" y="44501"/>
                    <a:pt x="198563" y="99377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68" name="Freeform: Shape 2361">
              <a:extLst>
                <a:ext uri="{FF2B5EF4-FFF2-40B4-BE49-F238E27FC236}">
                  <a16:creationId xmlns:a16="http://schemas.microsoft.com/office/drawing/2014/main" id="{5B596A51-1019-7394-01DD-C494FD821CBA}"/>
                </a:ext>
              </a:extLst>
            </p:cNvPr>
            <p:cNvSpPr/>
            <p:nvPr/>
          </p:nvSpPr>
          <p:spPr>
            <a:xfrm>
              <a:off x="14745721" y="18591416"/>
              <a:ext cx="432376" cy="424080"/>
            </a:xfrm>
            <a:custGeom>
              <a:avLst/>
              <a:gdLst>
                <a:gd name="connsiteX0" fmla="*/ 198516 w 198516"/>
                <a:gd name="connsiteY0" fmla="*/ 99377 h 198691"/>
                <a:gd name="connsiteX1" fmla="*/ 99233 w 198516"/>
                <a:gd name="connsiteY1" fmla="*/ 198692 h 198691"/>
                <a:gd name="connsiteX2" fmla="*/ 0 w 198516"/>
                <a:gd name="connsiteY2" fmla="*/ 99377 h 198691"/>
                <a:gd name="connsiteX3" fmla="*/ 99233 w 198516"/>
                <a:gd name="connsiteY3" fmla="*/ 0 h 198691"/>
                <a:gd name="connsiteX4" fmla="*/ 198516 w 198516"/>
                <a:gd name="connsiteY4" fmla="*/ 99377 h 1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16" h="198691">
                  <a:moveTo>
                    <a:pt x="198516" y="99377"/>
                  </a:moveTo>
                  <a:cubicBezTo>
                    <a:pt x="198516" y="154242"/>
                    <a:pt x="154055" y="198692"/>
                    <a:pt x="99233" y="198692"/>
                  </a:cubicBezTo>
                  <a:cubicBezTo>
                    <a:pt x="44412" y="198692"/>
                    <a:pt x="0" y="154242"/>
                    <a:pt x="0" y="99377"/>
                  </a:cubicBezTo>
                  <a:cubicBezTo>
                    <a:pt x="0" y="44501"/>
                    <a:pt x="44412" y="0"/>
                    <a:pt x="99233" y="0"/>
                  </a:cubicBezTo>
                  <a:cubicBezTo>
                    <a:pt x="154055" y="0"/>
                    <a:pt x="198516" y="44501"/>
                    <a:pt x="198516" y="99377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69" name="Freeform: Shape 2362">
              <a:extLst>
                <a:ext uri="{FF2B5EF4-FFF2-40B4-BE49-F238E27FC236}">
                  <a16:creationId xmlns:a16="http://schemas.microsoft.com/office/drawing/2014/main" id="{EC7CF410-E251-5E2F-395A-865A494C83DD}"/>
                </a:ext>
              </a:extLst>
            </p:cNvPr>
            <p:cNvSpPr/>
            <p:nvPr/>
          </p:nvSpPr>
          <p:spPr>
            <a:xfrm>
              <a:off x="15651397" y="17350886"/>
              <a:ext cx="432359" cy="424161"/>
            </a:xfrm>
            <a:custGeom>
              <a:avLst/>
              <a:gdLst>
                <a:gd name="connsiteX0" fmla="*/ 198509 w 198508"/>
                <a:gd name="connsiteY0" fmla="*/ 99365 h 198729"/>
                <a:gd name="connsiteX1" fmla="*/ 99280 w 198508"/>
                <a:gd name="connsiteY1" fmla="*/ 198730 h 198729"/>
                <a:gd name="connsiteX2" fmla="*/ 0 w 198508"/>
                <a:gd name="connsiteY2" fmla="*/ 99365 h 198729"/>
                <a:gd name="connsiteX3" fmla="*/ 99280 w 198508"/>
                <a:gd name="connsiteY3" fmla="*/ 0 h 198729"/>
                <a:gd name="connsiteX4" fmla="*/ 198509 w 198508"/>
                <a:gd name="connsiteY4" fmla="*/ 99365 h 198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08" h="198729">
                  <a:moveTo>
                    <a:pt x="198509" y="99365"/>
                  </a:moveTo>
                  <a:cubicBezTo>
                    <a:pt x="198509" y="154229"/>
                    <a:pt x="154097" y="198730"/>
                    <a:pt x="99280" y="198730"/>
                  </a:cubicBezTo>
                  <a:cubicBezTo>
                    <a:pt x="44412" y="198730"/>
                    <a:pt x="0" y="154229"/>
                    <a:pt x="0" y="99365"/>
                  </a:cubicBezTo>
                  <a:cubicBezTo>
                    <a:pt x="0" y="44501"/>
                    <a:pt x="44412" y="0"/>
                    <a:pt x="99280" y="0"/>
                  </a:cubicBezTo>
                  <a:cubicBezTo>
                    <a:pt x="154097" y="0"/>
                    <a:pt x="198509" y="44501"/>
                    <a:pt x="198509" y="99365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70" name="Freeform: Shape 2363">
              <a:extLst>
                <a:ext uri="{FF2B5EF4-FFF2-40B4-BE49-F238E27FC236}">
                  <a16:creationId xmlns:a16="http://schemas.microsoft.com/office/drawing/2014/main" id="{60ED3DF1-243F-B7D1-656D-83B4AC536F22}"/>
                </a:ext>
              </a:extLst>
            </p:cNvPr>
            <p:cNvSpPr/>
            <p:nvPr/>
          </p:nvSpPr>
          <p:spPr>
            <a:xfrm>
              <a:off x="15794642" y="18842692"/>
              <a:ext cx="432498" cy="424080"/>
            </a:xfrm>
            <a:custGeom>
              <a:avLst/>
              <a:gdLst>
                <a:gd name="connsiteX0" fmla="*/ 198572 w 198572"/>
                <a:gd name="connsiteY0" fmla="*/ 99314 h 198691"/>
                <a:gd name="connsiteX1" fmla="*/ 99280 w 198572"/>
                <a:gd name="connsiteY1" fmla="*/ 198692 h 198691"/>
                <a:gd name="connsiteX2" fmla="*/ 0 w 198572"/>
                <a:gd name="connsiteY2" fmla="*/ 99314 h 198691"/>
                <a:gd name="connsiteX3" fmla="*/ 99280 w 198572"/>
                <a:gd name="connsiteY3" fmla="*/ 0 h 198691"/>
                <a:gd name="connsiteX4" fmla="*/ 198572 w 198572"/>
                <a:gd name="connsiteY4" fmla="*/ 99314 h 1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72" h="198691">
                  <a:moveTo>
                    <a:pt x="198572" y="99314"/>
                  </a:moveTo>
                  <a:cubicBezTo>
                    <a:pt x="198572" y="154191"/>
                    <a:pt x="154109" y="198692"/>
                    <a:pt x="99280" y="198692"/>
                  </a:cubicBezTo>
                  <a:cubicBezTo>
                    <a:pt x="44463" y="198692"/>
                    <a:pt x="0" y="154191"/>
                    <a:pt x="0" y="99314"/>
                  </a:cubicBezTo>
                  <a:cubicBezTo>
                    <a:pt x="0" y="44450"/>
                    <a:pt x="44463" y="0"/>
                    <a:pt x="99280" y="0"/>
                  </a:cubicBezTo>
                  <a:cubicBezTo>
                    <a:pt x="154109" y="0"/>
                    <a:pt x="198572" y="44450"/>
                    <a:pt x="198572" y="99314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71" name="Freeform: Shape 2364">
              <a:extLst>
                <a:ext uri="{FF2B5EF4-FFF2-40B4-BE49-F238E27FC236}">
                  <a16:creationId xmlns:a16="http://schemas.microsoft.com/office/drawing/2014/main" id="{D8966EDE-2579-09C7-ABDE-0852D78D7499}"/>
                </a:ext>
              </a:extLst>
            </p:cNvPr>
            <p:cNvSpPr/>
            <p:nvPr/>
          </p:nvSpPr>
          <p:spPr>
            <a:xfrm>
              <a:off x="15239740" y="17272309"/>
              <a:ext cx="432470" cy="424189"/>
            </a:xfrm>
            <a:custGeom>
              <a:avLst/>
              <a:gdLst>
                <a:gd name="connsiteX0" fmla="*/ 198559 w 198559"/>
                <a:gd name="connsiteY0" fmla="*/ 99378 h 198742"/>
                <a:gd name="connsiteX1" fmla="*/ 99282 w 198559"/>
                <a:gd name="connsiteY1" fmla="*/ 198742 h 198742"/>
                <a:gd name="connsiteX2" fmla="*/ 0 w 198559"/>
                <a:gd name="connsiteY2" fmla="*/ 99378 h 198742"/>
                <a:gd name="connsiteX3" fmla="*/ 99282 w 198559"/>
                <a:gd name="connsiteY3" fmla="*/ 0 h 198742"/>
                <a:gd name="connsiteX4" fmla="*/ 198559 w 198559"/>
                <a:gd name="connsiteY4" fmla="*/ 99378 h 198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59" h="198742">
                  <a:moveTo>
                    <a:pt x="198559" y="99378"/>
                  </a:moveTo>
                  <a:cubicBezTo>
                    <a:pt x="198559" y="154242"/>
                    <a:pt x="154109" y="198742"/>
                    <a:pt x="99282" y="198742"/>
                  </a:cubicBezTo>
                  <a:cubicBezTo>
                    <a:pt x="44461" y="198742"/>
                    <a:pt x="0" y="154242"/>
                    <a:pt x="0" y="99378"/>
                  </a:cubicBezTo>
                  <a:cubicBezTo>
                    <a:pt x="0" y="44501"/>
                    <a:pt x="44461" y="0"/>
                    <a:pt x="99282" y="0"/>
                  </a:cubicBezTo>
                  <a:cubicBezTo>
                    <a:pt x="154109" y="0"/>
                    <a:pt x="198559" y="44501"/>
                    <a:pt x="198559" y="99378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72" name="Freeform: Shape 2365">
              <a:extLst>
                <a:ext uri="{FF2B5EF4-FFF2-40B4-BE49-F238E27FC236}">
                  <a16:creationId xmlns:a16="http://schemas.microsoft.com/office/drawing/2014/main" id="{1948499C-8FCB-D882-2A13-20D7743D63C9}"/>
                </a:ext>
              </a:extLst>
            </p:cNvPr>
            <p:cNvSpPr/>
            <p:nvPr/>
          </p:nvSpPr>
          <p:spPr>
            <a:xfrm>
              <a:off x="15567069" y="17044668"/>
              <a:ext cx="432476" cy="424161"/>
            </a:xfrm>
            <a:custGeom>
              <a:avLst/>
              <a:gdLst>
                <a:gd name="connsiteX0" fmla="*/ 198562 w 198562"/>
                <a:gd name="connsiteY0" fmla="*/ 99365 h 198729"/>
                <a:gd name="connsiteX1" fmla="*/ 99282 w 198562"/>
                <a:gd name="connsiteY1" fmla="*/ 198730 h 198729"/>
                <a:gd name="connsiteX2" fmla="*/ 0 w 198562"/>
                <a:gd name="connsiteY2" fmla="*/ 99365 h 198729"/>
                <a:gd name="connsiteX3" fmla="*/ 99282 w 198562"/>
                <a:gd name="connsiteY3" fmla="*/ 0 h 198729"/>
                <a:gd name="connsiteX4" fmla="*/ 198562 w 198562"/>
                <a:gd name="connsiteY4" fmla="*/ 99365 h 198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62" h="198729">
                  <a:moveTo>
                    <a:pt x="198562" y="99365"/>
                  </a:moveTo>
                  <a:cubicBezTo>
                    <a:pt x="198562" y="154242"/>
                    <a:pt x="154099" y="198730"/>
                    <a:pt x="99282" y="198730"/>
                  </a:cubicBezTo>
                  <a:cubicBezTo>
                    <a:pt x="44465" y="198730"/>
                    <a:pt x="0" y="154242"/>
                    <a:pt x="0" y="99365"/>
                  </a:cubicBezTo>
                  <a:cubicBezTo>
                    <a:pt x="0" y="44501"/>
                    <a:pt x="44465" y="0"/>
                    <a:pt x="99282" y="0"/>
                  </a:cubicBezTo>
                  <a:cubicBezTo>
                    <a:pt x="154099" y="0"/>
                    <a:pt x="198562" y="44501"/>
                    <a:pt x="198562" y="99365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73" name="Freeform: Shape 2366">
              <a:extLst>
                <a:ext uri="{FF2B5EF4-FFF2-40B4-BE49-F238E27FC236}">
                  <a16:creationId xmlns:a16="http://schemas.microsoft.com/office/drawing/2014/main" id="{3E43E257-5BC7-4A55-19A6-10C3B53BCF3E}"/>
                </a:ext>
              </a:extLst>
            </p:cNvPr>
            <p:cNvSpPr/>
            <p:nvPr/>
          </p:nvSpPr>
          <p:spPr>
            <a:xfrm>
              <a:off x="15852516" y="17397890"/>
              <a:ext cx="432470" cy="424080"/>
            </a:xfrm>
            <a:custGeom>
              <a:avLst/>
              <a:gdLst>
                <a:gd name="connsiteX0" fmla="*/ 198559 w 198559"/>
                <a:gd name="connsiteY0" fmla="*/ 99327 h 198691"/>
                <a:gd name="connsiteX1" fmla="*/ 99280 w 198559"/>
                <a:gd name="connsiteY1" fmla="*/ 198691 h 198691"/>
                <a:gd name="connsiteX2" fmla="*/ 0 w 198559"/>
                <a:gd name="connsiteY2" fmla="*/ 99327 h 198691"/>
                <a:gd name="connsiteX3" fmla="*/ 99280 w 198559"/>
                <a:gd name="connsiteY3" fmla="*/ 0 h 198691"/>
                <a:gd name="connsiteX4" fmla="*/ 198559 w 198559"/>
                <a:gd name="connsiteY4" fmla="*/ 99327 h 1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59" h="198691">
                  <a:moveTo>
                    <a:pt x="198559" y="99327"/>
                  </a:moveTo>
                  <a:cubicBezTo>
                    <a:pt x="198559" y="154241"/>
                    <a:pt x="154097" y="198691"/>
                    <a:pt x="99280" y="198691"/>
                  </a:cubicBezTo>
                  <a:cubicBezTo>
                    <a:pt x="44463" y="198691"/>
                    <a:pt x="0" y="154241"/>
                    <a:pt x="0" y="99327"/>
                  </a:cubicBezTo>
                  <a:cubicBezTo>
                    <a:pt x="0" y="44450"/>
                    <a:pt x="44463" y="0"/>
                    <a:pt x="99280" y="0"/>
                  </a:cubicBezTo>
                  <a:cubicBezTo>
                    <a:pt x="154097" y="0"/>
                    <a:pt x="198559" y="44450"/>
                    <a:pt x="198559" y="99327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74" name="Freeform: Shape 2367">
              <a:extLst>
                <a:ext uri="{FF2B5EF4-FFF2-40B4-BE49-F238E27FC236}">
                  <a16:creationId xmlns:a16="http://schemas.microsoft.com/office/drawing/2014/main" id="{8A26BE46-FA3C-5A71-4557-E1FFF964FCE2}"/>
                </a:ext>
              </a:extLst>
            </p:cNvPr>
            <p:cNvSpPr/>
            <p:nvPr/>
          </p:nvSpPr>
          <p:spPr>
            <a:xfrm>
              <a:off x="15938025" y="17441098"/>
              <a:ext cx="432470" cy="424080"/>
            </a:xfrm>
            <a:custGeom>
              <a:avLst/>
              <a:gdLst>
                <a:gd name="connsiteX0" fmla="*/ 198559 w 198559"/>
                <a:gd name="connsiteY0" fmla="*/ 99314 h 198691"/>
                <a:gd name="connsiteX1" fmla="*/ 99280 w 198559"/>
                <a:gd name="connsiteY1" fmla="*/ 198692 h 198691"/>
                <a:gd name="connsiteX2" fmla="*/ 0 w 198559"/>
                <a:gd name="connsiteY2" fmla="*/ 99314 h 198691"/>
                <a:gd name="connsiteX3" fmla="*/ 99280 w 198559"/>
                <a:gd name="connsiteY3" fmla="*/ 0 h 198691"/>
                <a:gd name="connsiteX4" fmla="*/ 198559 w 198559"/>
                <a:gd name="connsiteY4" fmla="*/ 99314 h 1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59" h="198691">
                  <a:moveTo>
                    <a:pt x="198559" y="99314"/>
                  </a:moveTo>
                  <a:cubicBezTo>
                    <a:pt x="198559" y="154242"/>
                    <a:pt x="154097" y="198692"/>
                    <a:pt x="99280" y="198692"/>
                  </a:cubicBezTo>
                  <a:cubicBezTo>
                    <a:pt x="44463" y="198692"/>
                    <a:pt x="0" y="154242"/>
                    <a:pt x="0" y="99314"/>
                  </a:cubicBezTo>
                  <a:cubicBezTo>
                    <a:pt x="0" y="44450"/>
                    <a:pt x="44463" y="0"/>
                    <a:pt x="99280" y="0"/>
                  </a:cubicBezTo>
                  <a:cubicBezTo>
                    <a:pt x="154097" y="0"/>
                    <a:pt x="198559" y="44450"/>
                    <a:pt x="198559" y="99314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75" name="Freeform: Shape 2368">
              <a:extLst>
                <a:ext uri="{FF2B5EF4-FFF2-40B4-BE49-F238E27FC236}">
                  <a16:creationId xmlns:a16="http://schemas.microsoft.com/office/drawing/2014/main" id="{6876C1C2-630F-525C-DD64-CBF97366C753}"/>
                </a:ext>
              </a:extLst>
            </p:cNvPr>
            <p:cNvSpPr/>
            <p:nvPr/>
          </p:nvSpPr>
          <p:spPr>
            <a:xfrm>
              <a:off x="15189429" y="17135309"/>
              <a:ext cx="432367" cy="424161"/>
            </a:xfrm>
            <a:custGeom>
              <a:avLst/>
              <a:gdLst>
                <a:gd name="connsiteX0" fmla="*/ 198512 w 198512"/>
                <a:gd name="connsiteY0" fmla="*/ 99365 h 198729"/>
                <a:gd name="connsiteX1" fmla="*/ 99233 w 198512"/>
                <a:gd name="connsiteY1" fmla="*/ 198730 h 198729"/>
                <a:gd name="connsiteX2" fmla="*/ 0 w 198512"/>
                <a:gd name="connsiteY2" fmla="*/ 99365 h 198729"/>
                <a:gd name="connsiteX3" fmla="*/ 99233 w 198512"/>
                <a:gd name="connsiteY3" fmla="*/ 0 h 198729"/>
                <a:gd name="connsiteX4" fmla="*/ 198512 w 198512"/>
                <a:gd name="connsiteY4" fmla="*/ 99365 h 198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12" h="198729">
                  <a:moveTo>
                    <a:pt x="198512" y="99365"/>
                  </a:moveTo>
                  <a:cubicBezTo>
                    <a:pt x="198512" y="154229"/>
                    <a:pt x="154103" y="198730"/>
                    <a:pt x="99233" y="198730"/>
                  </a:cubicBezTo>
                  <a:cubicBezTo>
                    <a:pt x="44412" y="198730"/>
                    <a:pt x="0" y="154229"/>
                    <a:pt x="0" y="99365"/>
                  </a:cubicBezTo>
                  <a:cubicBezTo>
                    <a:pt x="0" y="44501"/>
                    <a:pt x="44412" y="0"/>
                    <a:pt x="99233" y="0"/>
                  </a:cubicBezTo>
                  <a:cubicBezTo>
                    <a:pt x="154103" y="0"/>
                    <a:pt x="198512" y="44501"/>
                    <a:pt x="198512" y="99365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76" name="Freeform: Shape 2369">
              <a:extLst>
                <a:ext uri="{FF2B5EF4-FFF2-40B4-BE49-F238E27FC236}">
                  <a16:creationId xmlns:a16="http://schemas.microsoft.com/office/drawing/2014/main" id="{61FA6264-8BB6-4D3E-9087-B48AA8203D70}"/>
                </a:ext>
              </a:extLst>
            </p:cNvPr>
            <p:cNvSpPr/>
            <p:nvPr/>
          </p:nvSpPr>
          <p:spPr>
            <a:xfrm>
              <a:off x="16169685" y="18677832"/>
              <a:ext cx="432386" cy="424080"/>
            </a:xfrm>
            <a:custGeom>
              <a:avLst/>
              <a:gdLst>
                <a:gd name="connsiteX0" fmla="*/ 198521 w 198521"/>
                <a:gd name="connsiteY0" fmla="*/ 99365 h 198691"/>
                <a:gd name="connsiteX1" fmla="*/ 99242 w 198521"/>
                <a:gd name="connsiteY1" fmla="*/ 198692 h 198691"/>
                <a:gd name="connsiteX2" fmla="*/ 0 w 198521"/>
                <a:gd name="connsiteY2" fmla="*/ 99365 h 198691"/>
                <a:gd name="connsiteX3" fmla="*/ 99242 w 198521"/>
                <a:gd name="connsiteY3" fmla="*/ 0 h 198691"/>
                <a:gd name="connsiteX4" fmla="*/ 198521 w 198521"/>
                <a:gd name="connsiteY4" fmla="*/ 99365 h 1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21" h="198691">
                  <a:moveTo>
                    <a:pt x="198521" y="99365"/>
                  </a:moveTo>
                  <a:cubicBezTo>
                    <a:pt x="198521" y="154242"/>
                    <a:pt x="154059" y="198692"/>
                    <a:pt x="99242" y="198692"/>
                  </a:cubicBezTo>
                  <a:cubicBezTo>
                    <a:pt x="44412" y="198692"/>
                    <a:pt x="0" y="154242"/>
                    <a:pt x="0" y="99365"/>
                  </a:cubicBezTo>
                  <a:cubicBezTo>
                    <a:pt x="0" y="44501"/>
                    <a:pt x="44412" y="0"/>
                    <a:pt x="99242" y="0"/>
                  </a:cubicBezTo>
                  <a:cubicBezTo>
                    <a:pt x="154059" y="0"/>
                    <a:pt x="198521" y="44501"/>
                    <a:pt x="198521" y="99365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77" name="Freeform: Shape 2370">
              <a:extLst>
                <a:ext uri="{FF2B5EF4-FFF2-40B4-BE49-F238E27FC236}">
                  <a16:creationId xmlns:a16="http://schemas.microsoft.com/office/drawing/2014/main" id="{1719143A-D5E1-2967-3A54-47BD18237CE6}"/>
                </a:ext>
              </a:extLst>
            </p:cNvPr>
            <p:cNvSpPr/>
            <p:nvPr/>
          </p:nvSpPr>
          <p:spPr>
            <a:xfrm>
              <a:off x="14960126" y="18043267"/>
              <a:ext cx="432376" cy="424161"/>
            </a:xfrm>
            <a:custGeom>
              <a:avLst/>
              <a:gdLst>
                <a:gd name="connsiteX0" fmla="*/ 198516 w 198516"/>
                <a:gd name="connsiteY0" fmla="*/ 99365 h 198729"/>
                <a:gd name="connsiteX1" fmla="*/ 99234 w 198516"/>
                <a:gd name="connsiteY1" fmla="*/ 198730 h 198729"/>
                <a:gd name="connsiteX2" fmla="*/ 0 w 198516"/>
                <a:gd name="connsiteY2" fmla="*/ 99365 h 198729"/>
                <a:gd name="connsiteX3" fmla="*/ 99234 w 198516"/>
                <a:gd name="connsiteY3" fmla="*/ 0 h 198729"/>
                <a:gd name="connsiteX4" fmla="*/ 198516 w 198516"/>
                <a:gd name="connsiteY4" fmla="*/ 99365 h 198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16" h="198729">
                  <a:moveTo>
                    <a:pt x="198516" y="99365"/>
                  </a:moveTo>
                  <a:cubicBezTo>
                    <a:pt x="198516" y="154229"/>
                    <a:pt x="154055" y="198730"/>
                    <a:pt x="99234" y="198730"/>
                  </a:cubicBezTo>
                  <a:cubicBezTo>
                    <a:pt x="44412" y="198730"/>
                    <a:pt x="0" y="154229"/>
                    <a:pt x="0" y="99365"/>
                  </a:cubicBezTo>
                  <a:cubicBezTo>
                    <a:pt x="0" y="44501"/>
                    <a:pt x="44412" y="0"/>
                    <a:pt x="99234" y="0"/>
                  </a:cubicBezTo>
                  <a:cubicBezTo>
                    <a:pt x="154055" y="0"/>
                    <a:pt x="198516" y="44501"/>
                    <a:pt x="198516" y="99365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78" name="Freeform: Shape 2371">
              <a:extLst>
                <a:ext uri="{FF2B5EF4-FFF2-40B4-BE49-F238E27FC236}">
                  <a16:creationId xmlns:a16="http://schemas.microsoft.com/office/drawing/2014/main" id="{A2FA17E0-441D-14CE-CC93-0922587F5B69}"/>
                </a:ext>
              </a:extLst>
            </p:cNvPr>
            <p:cNvSpPr/>
            <p:nvPr/>
          </p:nvSpPr>
          <p:spPr>
            <a:xfrm>
              <a:off x="15520431" y="17295836"/>
              <a:ext cx="432489" cy="424161"/>
            </a:xfrm>
            <a:custGeom>
              <a:avLst/>
              <a:gdLst>
                <a:gd name="connsiteX0" fmla="*/ 198568 w 198568"/>
                <a:gd name="connsiteY0" fmla="*/ 99365 h 198729"/>
                <a:gd name="connsiteX1" fmla="*/ 99289 w 198568"/>
                <a:gd name="connsiteY1" fmla="*/ 198730 h 198729"/>
                <a:gd name="connsiteX2" fmla="*/ 0 w 198568"/>
                <a:gd name="connsiteY2" fmla="*/ 99365 h 198729"/>
                <a:gd name="connsiteX3" fmla="*/ 99289 w 198568"/>
                <a:gd name="connsiteY3" fmla="*/ 0 h 198729"/>
                <a:gd name="connsiteX4" fmla="*/ 198568 w 198568"/>
                <a:gd name="connsiteY4" fmla="*/ 99365 h 198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68" h="198729">
                  <a:moveTo>
                    <a:pt x="198568" y="99365"/>
                  </a:moveTo>
                  <a:cubicBezTo>
                    <a:pt x="198568" y="154229"/>
                    <a:pt x="154106" y="198730"/>
                    <a:pt x="99289" y="198730"/>
                  </a:cubicBezTo>
                  <a:cubicBezTo>
                    <a:pt x="44459" y="198730"/>
                    <a:pt x="0" y="154229"/>
                    <a:pt x="0" y="99365"/>
                  </a:cubicBezTo>
                  <a:cubicBezTo>
                    <a:pt x="0" y="44501"/>
                    <a:pt x="44459" y="0"/>
                    <a:pt x="99289" y="0"/>
                  </a:cubicBezTo>
                  <a:cubicBezTo>
                    <a:pt x="154106" y="0"/>
                    <a:pt x="198568" y="44501"/>
                    <a:pt x="198568" y="99365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79" name="Freeform: Shape 2372">
              <a:extLst>
                <a:ext uri="{FF2B5EF4-FFF2-40B4-BE49-F238E27FC236}">
                  <a16:creationId xmlns:a16="http://schemas.microsoft.com/office/drawing/2014/main" id="{76842714-5E16-DB53-1A78-C1A23B50C462}"/>
                </a:ext>
              </a:extLst>
            </p:cNvPr>
            <p:cNvSpPr/>
            <p:nvPr/>
          </p:nvSpPr>
          <p:spPr>
            <a:xfrm>
              <a:off x="15100583" y="18560948"/>
              <a:ext cx="432374" cy="424161"/>
            </a:xfrm>
            <a:custGeom>
              <a:avLst/>
              <a:gdLst>
                <a:gd name="connsiteX0" fmla="*/ 198515 w 198515"/>
                <a:gd name="connsiteY0" fmla="*/ 99365 h 198729"/>
                <a:gd name="connsiteX1" fmla="*/ 99233 w 198515"/>
                <a:gd name="connsiteY1" fmla="*/ 198730 h 198729"/>
                <a:gd name="connsiteX2" fmla="*/ 0 w 198515"/>
                <a:gd name="connsiteY2" fmla="*/ 99365 h 198729"/>
                <a:gd name="connsiteX3" fmla="*/ 99233 w 198515"/>
                <a:gd name="connsiteY3" fmla="*/ 0 h 198729"/>
                <a:gd name="connsiteX4" fmla="*/ 198515 w 198515"/>
                <a:gd name="connsiteY4" fmla="*/ 99365 h 198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15" h="198729">
                  <a:moveTo>
                    <a:pt x="198515" y="99365"/>
                  </a:moveTo>
                  <a:cubicBezTo>
                    <a:pt x="198515" y="154229"/>
                    <a:pt x="154054" y="198730"/>
                    <a:pt x="99233" y="198730"/>
                  </a:cubicBezTo>
                  <a:cubicBezTo>
                    <a:pt x="44412" y="198730"/>
                    <a:pt x="0" y="154229"/>
                    <a:pt x="0" y="99365"/>
                  </a:cubicBezTo>
                  <a:cubicBezTo>
                    <a:pt x="0" y="44488"/>
                    <a:pt x="44412" y="0"/>
                    <a:pt x="99233" y="0"/>
                  </a:cubicBezTo>
                  <a:cubicBezTo>
                    <a:pt x="154054" y="0"/>
                    <a:pt x="198515" y="44488"/>
                    <a:pt x="198515" y="99365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80" name="Freeform: Shape 2373">
              <a:extLst>
                <a:ext uri="{FF2B5EF4-FFF2-40B4-BE49-F238E27FC236}">
                  <a16:creationId xmlns:a16="http://schemas.microsoft.com/office/drawing/2014/main" id="{EFDAF551-51C0-C434-6172-9BD5D275D18D}"/>
                </a:ext>
              </a:extLst>
            </p:cNvPr>
            <p:cNvSpPr/>
            <p:nvPr/>
          </p:nvSpPr>
          <p:spPr>
            <a:xfrm>
              <a:off x="15116125" y="17547087"/>
              <a:ext cx="432481" cy="424189"/>
            </a:xfrm>
            <a:custGeom>
              <a:avLst/>
              <a:gdLst>
                <a:gd name="connsiteX0" fmla="*/ 198565 w 198564"/>
                <a:gd name="connsiteY0" fmla="*/ 99365 h 198742"/>
                <a:gd name="connsiteX1" fmla="*/ 99282 w 198564"/>
                <a:gd name="connsiteY1" fmla="*/ 198742 h 198742"/>
                <a:gd name="connsiteX2" fmla="*/ 0 w 198564"/>
                <a:gd name="connsiteY2" fmla="*/ 99365 h 198742"/>
                <a:gd name="connsiteX3" fmla="*/ 99282 w 198564"/>
                <a:gd name="connsiteY3" fmla="*/ 0 h 198742"/>
                <a:gd name="connsiteX4" fmla="*/ 198565 w 198564"/>
                <a:gd name="connsiteY4" fmla="*/ 99365 h 198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64" h="198742">
                  <a:moveTo>
                    <a:pt x="198565" y="99365"/>
                  </a:moveTo>
                  <a:cubicBezTo>
                    <a:pt x="198565" y="154241"/>
                    <a:pt x="154103" y="198742"/>
                    <a:pt x="99282" y="198742"/>
                  </a:cubicBezTo>
                  <a:cubicBezTo>
                    <a:pt x="44461" y="198742"/>
                    <a:pt x="0" y="154241"/>
                    <a:pt x="0" y="99365"/>
                  </a:cubicBezTo>
                  <a:cubicBezTo>
                    <a:pt x="0" y="44501"/>
                    <a:pt x="44461" y="0"/>
                    <a:pt x="99282" y="0"/>
                  </a:cubicBezTo>
                  <a:cubicBezTo>
                    <a:pt x="154103" y="0"/>
                    <a:pt x="198565" y="44501"/>
                    <a:pt x="198565" y="99365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81" name="Freeform: Shape 2374">
              <a:extLst>
                <a:ext uri="{FF2B5EF4-FFF2-40B4-BE49-F238E27FC236}">
                  <a16:creationId xmlns:a16="http://schemas.microsoft.com/office/drawing/2014/main" id="{059EA98F-A371-E079-9DCE-7FD86A76BF2B}"/>
                </a:ext>
              </a:extLst>
            </p:cNvPr>
            <p:cNvSpPr/>
            <p:nvPr/>
          </p:nvSpPr>
          <p:spPr>
            <a:xfrm>
              <a:off x="15353961" y="17849184"/>
              <a:ext cx="432476" cy="424052"/>
            </a:xfrm>
            <a:custGeom>
              <a:avLst/>
              <a:gdLst>
                <a:gd name="connsiteX0" fmla="*/ 198562 w 198562"/>
                <a:gd name="connsiteY0" fmla="*/ 99314 h 198678"/>
                <a:gd name="connsiteX1" fmla="*/ 99284 w 198562"/>
                <a:gd name="connsiteY1" fmla="*/ 198679 h 198678"/>
                <a:gd name="connsiteX2" fmla="*/ 0 w 198562"/>
                <a:gd name="connsiteY2" fmla="*/ 99314 h 198678"/>
                <a:gd name="connsiteX3" fmla="*/ 99284 w 198562"/>
                <a:gd name="connsiteY3" fmla="*/ 0 h 198678"/>
                <a:gd name="connsiteX4" fmla="*/ 198562 w 198562"/>
                <a:gd name="connsiteY4" fmla="*/ 99314 h 1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62" h="198678">
                  <a:moveTo>
                    <a:pt x="198562" y="99314"/>
                  </a:moveTo>
                  <a:cubicBezTo>
                    <a:pt x="198562" y="154178"/>
                    <a:pt x="154099" y="198679"/>
                    <a:pt x="99284" y="198679"/>
                  </a:cubicBezTo>
                  <a:cubicBezTo>
                    <a:pt x="44463" y="198679"/>
                    <a:pt x="0" y="154178"/>
                    <a:pt x="0" y="99314"/>
                  </a:cubicBezTo>
                  <a:cubicBezTo>
                    <a:pt x="0" y="44450"/>
                    <a:pt x="44463" y="0"/>
                    <a:pt x="99284" y="0"/>
                  </a:cubicBezTo>
                  <a:cubicBezTo>
                    <a:pt x="154099" y="0"/>
                    <a:pt x="198562" y="44450"/>
                    <a:pt x="198562" y="99314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82" name="Freeform: Shape 2375">
              <a:extLst>
                <a:ext uri="{FF2B5EF4-FFF2-40B4-BE49-F238E27FC236}">
                  <a16:creationId xmlns:a16="http://schemas.microsoft.com/office/drawing/2014/main" id="{652F8295-6CAF-037A-B93F-2DC384A4A42C}"/>
                </a:ext>
              </a:extLst>
            </p:cNvPr>
            <p:cNvSpPr/>
            <p:nvPr/>
          </p:nvSpPr>
          <p:spPr>
            <a:xfrm>
              <a:off x="15860946" y="17527487"/>
              <a:ext cx="432470" cy="424080"/>
            </a:xfrm>
            <a:custGeom>
              <a:avLst/>
              <a:gdLst>
                <a:gd name="connsiteX0" fmla="*/ 198559 w 198559"/>
                <a:gd name="connsiteY0" fmla="*/ 99327 h 198691"/>
                <a:gd name="connsiteX1" fmla="*/ 99280 w 198559"/>
                <a:gd name="connsiteY1" fmla="*/ 198692 h 198691"/>
                <a:gd name="connsiteX2" fmla="*/ 0 w 198559"/>
                <a:gd name="connsiteY2" fmla="*/ 99327 h 198691"/>
                <a:gd name="connsiteX3" fmla="*/ 99280 w 198559"/>
                <a:gd name="connsiteY3" fmla="*/ 0 h 198691"/>
                <a:gd name="connsiteX4" fmla="*/ 198559 w 198559"/>
                <a:gd name="connsiteY4" fmla="*/ 99327 h 1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59" h="198691">
                  <a:moveTo>
                    <a:pt x="198559" y="99327"/>
                  </a:moveTo>
                  <a:cubicBezTo>
                    <a:pt x="198559" y="154191"/>
                    <a:pt x="154097" y="198692"/>
                    <a:pt x="99280" y="198692"/>
                  </a:cubicBezTo>
                  <a:cubicBezTo>
                    <a:pt x="44463" y="198692"/>
                    <a:pt x="0" y="154191"/>
                    <a:pt x="0" y="99327"/>
                  </a:cubicBezTo>
                  <a:cubicBezTo>
                    <a:pt x="0" y="44450"/>
                    <a:pt x="44463" y="0"/>
                    <a:pt x="99280" y="0"/>
                  </a:cubicBezTo>
                  <a:cubicBezTo>
                    <a:pt x="154097" y="0"/>
                    <a:pt x="198559" y="44450"/>
                    <a:pt x="198559" y="99327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83" name="Freeform: Shape 2376">
              <a:extLst>
                <a:ext uri="{FF2B5EF4-FFF2-40B4-BE49-F238E27FC236}">
                  <a16:creationId xmlns:a16="http://schemas.microsoft.com/office/drawing/2014/main" id="{96725D7A-5B50-8F83-3959-8B1896F54E98}"/>
                </a:ext>
              </a:extLst>
            </p:cNvPr>
            <p:cNvSpPr/>
            <p:nvPr/>
          </p:nvSpPr>
          <p:spPr>
            <a:xfrm>
              <a:off x="14804883" y="18374891"/>
              <a:ext cx="432481" cy="424189"/>
            </a:xfrm>
            <a:custGeom>
              <a:avLst/>
              <a:gdLst>
                <a:gd name="connsiteX0" fmla="*/ 198565 w 198564"/>
                <a:gd name="connsiteY0" fmla="*/ 99365 h 198742"/>
                <a:gd name="connsiteX1" fmla="*/ 99282 w 198564"/>
                <a:gd name="connsiteY1" fmla="*/ 198742 h 198742"/>
                <a:gd name="connsiteX2" fmla="*/ 0 w 198564"/>
                <a:gd name="connsiteY2" fmla="*/ 99365 h 198742"/>
                <a:gd name="connsiteX3" fmla="*/ 99282 w 198564"/>
                <a:gd name="connsiteY3" fmla="*/ 0 h 198742"/>
                <a:gd name="connsiteX4" fmla="*/ 198565 w 198564"/>
                <a:gd name="connsiteY4" fmla="*/ 99365 h 198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64" h="198742">
                  <a:moveTo>
                    <a:pt x="198565" y="99365"/>
                  </a:moveTo>
                  <a:cubicBezTo>
                    <a:pt x="198565" y="154241"/>
                    <a:pt x="154103" y="198742"/>
                    <a:pt x="99282" y="198742"/>
                  </a:cubicBezTo>
                  <a:cubicBezTo>
                    <a:pt x="44461" y="198742"/>
                    <a:pt x="0" y="154241"/>
                    <a:pt x="0" y="99365"/>
                  </a:cubicBezTo>
                  <a:cubicBezTo>
                    <a:pt x="0" y="44501"/>
                    <a:pt x="44461" y="0"/>
                    <a:pt x="99282" y="0"/>
                  </a:cubicBezTo>
                  <a:cubicBezTo>
                    <a:pt x="154103" y="0"/>
                    <a:pt x="198565" y="44501"/>
                    <a:pt x="198565" y="99365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84" name="Freeform: Shape 2377">
              <a:extLst>
                <a:ext uri="{FF2B5EF4-FFF2-40B4-BE49-F238E27FC236}">
                  <a16:creationId xmlns:a16="http://schemas.microsoft.com/office/drawing/2014/main" id="{52D7203C-2877-5C06-301C-EDFC1C0F9266}"/>
                </a:ext>
              </a:extLst>
            </p:cNvPr>
            <p:cNvSpPr/>
            <p:nvPr/>
          </p:nvSpPr>
          <p:spPr>
            <a:xfrm>
              <a:off x="14734385" y="18010443"/>
              <a:ext cx="432374" cy="424052"/>
            </a:xfrm>
            <a:custGeom>
              <a:avLst/>
              <a:gdLst>
                <a:gd name="connsiteX0" fmla="*/ 198515 w 198515"/>
                <a:gd name="connsiteY0" fmla="*/ 99314 h 198678"/>
                <a:gd name="connsiteX1" fmla="*/ 99233 w 198515"/>
                <a:gd name="connsiteY1" fmla="*/ 198679 h 198678"/>
                <a:gd name="connsiteX2" fmla="*/ 0 w 198515"/>
                <a:gd name="connsiteY2" fmla="*/ 99314 h 198678"/>
                <a:gd name="connsiteX3" fmla="*/ 99233 w 198515"/>
                <a:gd name="connsiteY3" fmla="*/ 0 h 198678"/>
                <a:gd name="connsiteX4" fmla="*/ 198515 w 198515"/>
                <a:gd name="connsiteY4" fmla="*/ 99314 h 1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15" h="198678">
                  <a:moveTo>
                    <a:pt x="198515" y="99314"/>
                  </a:moveTo>
                  <a:cubicBezTo>
                    <a:pt x="198515" y="154191"/>
                    <a:pt x="154054" y="198679"/>
                    <a:pt x="99233" y="198679"/>
                  </a:cubicBezTo>
                  <a:cubicBezTo>
                    <a:pt x="44412" y="198679"/>
                    <a:pt x="0" y="154191"/>
                    <a:pt x="0" y="99314"/>
                  </a:cubicBezTo>
                  <a:cubicBezTo>
                    <a:pt x="0" y="44450"/>
                    <a:pt x="44412" y="0"/>
                    <a:pt x="99233" y="0"/>
                  </a:cubicBezTo>
                  <a:cubicBezTo>
                    <a:pt x="154054" y="0"/>
                    <a:pt x="198515" y="44450"/>
                    <a:pt x="198515" y="99314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85" name="Freeform: Shape 2378">
              <a:extLst>
                <a:ext uri="{FF2B5EF4-FFF2-40B4-BE49-F238E27FC236}">
                  <a16:creationId xmlns:a16="http://schemas.microsoft.com/office/drawing/2014/main" id="{34B2F1FF-F319-EF55-00D9-BF8D94940E2C}"/>
                </a:ext>
              </a:extLst>
            </p:cNvPr>
            <p:cNvSpPr/>
            <p:nvPr/>
          </p:nvSpPr>
          <p:spPr>
            <a:xfrm>
              <a:off x="16030861" y="18371610"/>
              <a:ext cx="432386" cy="424080"/>
            </a:xfrm>
            <a:custGeom>
              <a:avLst/>
              <a:gdLst>
                <a:gd name="connsiteX0" fmla="*/ 198521 w 198521"/>
                <a:gd name="connsiteY0" fmla="*/ 99314 h 198691"/>
                <a:gd name="connsiteX1" fmla="*/ 99229 w 198521"/>
                <a:gd name="connsiteY1" fmla="*/ 198692 h 198691"/>
                <a:gd name="connsiteX2" fmla="*/ 0 w 198521"/>
                <a:gd name="connsiteY2" fmla="*/ 99314 h 198691"/>
                <a:gd name="connsiteX3" fmla="*/ 99229 w 198521"/>
                <a:gd name="connsiteY3" fmla="*/ 0 h 198691"/>
                <a:gd name="connsiteX4" fmla="*/ 198521 w 198521"/>
                <a:gd name="connsiteY4" fmla="*/ 99314 h 1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21" h="198691">
                  <a:moveTo>
                    <a:pt x="198521" y="99314"/>
                  </a:moveTo>
                  <a:cubicBezTo>
                    <a:pt x="198521" y="154191"/>
                    <a:pt x="154059" y="198692"/>
                    <a:pt x="99229" y="198692"/>
                  </a:cubicBezTo>
                  <a:cubicBezTo>
                    <a:pt x="44412" y="198692"/>
                    <a:pt x="0" y="154191"/>
                    <a:pt x="0" y="99314"/>
                  </a:cubicBezTo>
                  <a:cubicBezTo>
                    <a:pt x="0" y="44450"/>
                    <a:pt x="44412" y="0"/>
                    <a:pt x="99229" y="0"/>
                  </a:cubicBezTo>
                  <a:cubicBezTo>
                    <a:pt x="154059" y="0"/>
                    <a:pt x="198521" y="44450"/>
                    <a:pt x="198521" y="99314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86" name="Freeform: Shape 2379">
              <a:extLst>
                <a:ext uri="{FF2B5EF4-FFF2-40B4-BE49-F238E27FC236}">
                  <a16:creationId xmlns:a16="http://schemas.microsoft.com/office/drawing/2014/main" id="{68427FF4-16E9-A885-3642-B2625FF8EFF1}"/>
                </a:ext>
              </a:extLst>
            </p:cNvPr>
            <p:cNvSpPr/>
            <p:nvPr/>
          </p:nvSpPr>
          <p:spPr>
            <a:xfrm>
              <a:off x="15455656" y="18520802"/>
              <a:ext cx="432374" cy="424080"/>
            </a:xfrm>
            <a:custGeom>
              <a:avLst/>
              <a:gdLst>
                <a:gd name="connsiteX0" fmla="*/ 198515 w 198515"/>
                <a:gd name="connsiteY0" fmla="*/ 99314 h 198691"/>
                <a:gd name="connsiteX1" fmla="*/ 99235 w 198515"/>
                <a:gd name="connsiteY1" fmla="*/ 198692 h 198691"/>
                <a:gd name="connsiteX2" fmla="*/ 0 w 198515"/>
                <a:gd name="connsiteY2" fmla="*/ 99314 h 198691"/>
                <a:gd name="connsiteX3" fmla="*/ 99235 w 198515"/>
                <a:gd name="connsiteY3" fmla="*/ 0 h 198691"/>
                <a:gd name="connsiteX4" fmla="*/ 198515 w 198515"/>
                <a:gd name="connsiteY4" fmla="*/ 99314 h 1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15" h="198691">
                  <a:moveTo>
                    <a:pt x="198515" y="99314"/>
                  </a:moveTo>
                  <a:cubicBezTo>
                    <a:pt x="198515" y="154191"/>
                    <a:pt x="154052" y="198692"/>
                    <a:pt x="99235" y="198692"/>
                  </a:cubicBezTo>
                  <a:cubicBezTo>
                    <a:pt x="44412" y="198692"/>
                    <a:pt x="0" y="154191"/>
                    <a:pt x="0" y="99314"/>
                  </a:cubicBezTo>
                  <a:cubicBezTo>
                    <a:pt x="0" y="44450"/>
                    <a:pt x="44412" y="0"/>
                    <a:pt x="99235" y="0"/>
                  </a:cubicBezTo>
                  <a:cubicBezTo>
                    <a:pt x="154052" y="0"/>
                    <a:pt x="198515" y="44450"/>
                    <a:pt x="198515" y="99314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87" name="Freeform: Shape 2380">
              <a:extLst>
                <a:ext uri="{FF2B5EF4-FFF2-40B4-BE49-F238E27FC236}">
                  <a16:creationId xmlns:a16="http://schemas.microsoft.com/office/drawing/2014/main" id="{AD6F0E7A-D07F-AC96-8AD0-5114B6A1D361}"/>
                </a:ext>
              </a:extLst>
            </p:cNvPr>
            <p:cNvSpPr/>
            <p:nvPr/>
          </p:nvSpPr>
          <p:spPr>
            <a:xfrm>
              <a:off x="15937582" y="18811767"/>
              <a:ext cx="432470" cy="424189"/>
            </a:xfrm>
            <a:custGeom>
              <a:avLst/>
              <a:gdLst>
                <a:gd name="connsiteX0" fmla="*/ 198559 w 198559"/>
                <a:gd name="connsiteY0" fmla="*/ 99378 h 198742"/>
                <a:gd name="connsiteX1" fmla="*/ 99280 w 198559"/>
                <a:gd name="connsiteY1" fmla="*/ 198742 h 198742"/>
                <a:gd name="connsiteX2" fmla="*/ 0 w 198559"/>
                <a:gd name="connsiteY2" fmla="*/ 99378 h 198742"/>
                <a:gd name="connsiteX3" fmla="*/ 99280 w 198559"/>
                <a:gd name="connsiteY3" fmla="*/ 0 h 198742"/>
                <a:gd name="connsiteX4" fmla="*/ 198559 w 198559"/>
                <a:gd name="connsiteY4" fmla="*/ 99378 h 198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59" h="198742">
                  <a:moveTo>
                    <a:pt x="198559" y="99378"/>
                  </a:moveTo>
                  <a:cubicBezTo>
                    <a:pt x="198559" y="154242"/>
                    <a:pt x="154109" y="198742"/>
                    <a:pt x="99280" y="198742"/>
                  </a:cubicBezTo>
                  <a:cubicBezTo>
                    <a:pt x="44463" y="198742"/>
                    <a:pt x="0" y="154242"/>
                    <a:pt x="0" y="99378"/>
                  </a:cubicBezTo>
                  <a:cubicBezTo>
                    <a:pt x="0" y="44501"/>
                    <a:pt x="44463" y="0"/>
                    <a:pt x="99280" y="0"/>
                  </a:cubicBezTo>
                  <a:cubicBezTo>
                    <a:pt x="154109" y="0"/>
                    <a:pt x="198559" y="44501"/>
                    <a:pt x="198559" y="99378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88" name="Freeform: Shape 2381">
              <a:extLst>
                <a:ext uri="{FF2B5EF4-FFF2-40B4-BE49-F238E27FC236}">
                  <a16:creationId xmlns:a16="http://schemas.microsoft.com/office/drawing/2014/main" id="{CC9EF317-9635-E7A3-8153-70CC87F3A72E}"/>
                </a:ext>
              </a:extLst>
            </p:cNvPr>
            <p:cNvSpPr/>
            <p:nvPr/>
          </p:nvSpPr>
          <p:spPr>
            <a:xfrm>
              <a:off x="15628071" y="17083946"/>
              <a:ext cx="432359" cy="424189"/>
            </a:xfrm>
            <a:custGeom>
              <a:avLst/>
              <a:gdLst>
                <a:gd name="connsiteX0" fmla="*/ 198509 w 198508"/>
                <a:gd name="connsiteY0" fmla="*/ 99365 h 198742"/>
                <a:gd name="connsiteX1" fmla="*/ 99229 w 198508"/>
                <a:gd name="connsiteY1" fmla="*/ 198742 h 198742"/>
                <a:gd name="connsiteX2" fmla="*/ 0 w 198508"/>
                <a:gd name="connsiteY2" fmla="*/ 99365 h 198742"/>
                <a:gd name="connsiteX3" fmla="*/ 99229 w 198508"/>
                <a:gd name="connsiteY3" fmla="*/ 0 h 198742"/>
                <a:gd name="connsiteX4" fmla="*/ 198509 w 198508"/>
                <a:gd name="connsiteY4" fmla="*/ 99365 h 198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08" h="198742">
                  <a:moveTo>
                    <a:pt x="198509" y="99365"/>
                  </a:moveTo>
                  <a:cubicBezTo>
                    <a:pt x="198509" y="154241"/>
                    <a:pt x="154097" y="198742"/>
                    <a:pt x="99229" y="198742"/>
                  </a:cubicBezTo>
                  <a:cubicBezTo>
                    <a:pt x="44412" y="198742"/>
                    <a:pt x="0" y="154241"/>
                    <a:pt x="0" y="99365"/>
                  </a:cubicBezTo>
                  <a:cubicBezTo>
                    <a:pt x="0" y="44501"/>
                    <a:pt x="44412" y="0"/>
                    <a:pt x="99229" y="0"/>
                  </a:cubicBezTo>
                  <a:cubicBezTo>
                    <a:pt x="154097" y="0"/>
                    <a:pt x="198509" y="44501"/>
                    <a:pt x="198509" y="99365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89" name="Freeform: Shape 2382">
              <a:extLst>
                <a:ext uri="{FF2B5EF4-FFF2-40B4-BE49-F238E27FC236}">
                  <a16:creationId xmlns:a16="http://schemas.microsoft.com/office/drawing/2014/main" id="{7F479F17-4F12-9F37-96F7-567769DE669D}"/>
                </a:ext>
              </a:extLst>
            </p:cNvPr>
            <p:cNvSpPr/>
            <p:nvPr/>
          </p:nvSpPr>
          <p:spPr>
            <a:xfrm>
              <a:off x="14940371" y="18545796"/>
              <a:ext cx="432374" cy="424161"/>
            </a:xfrm>
            <a:custGeom>
              <a:avLst/>
              <a:gdLst>
                <a:gd name="connsiteX0" fmla="*/ 198515 w 198515"/>
                <a:gd name="connsiteY0" fmla="*/ 99365 h 198729"/>
                <a:gd name="connsiteX1" fmla="*/ 99282 w 198515"/>
                <a:gd name="connsiteY1" fmla="*/ 198730 h 198729"/>
                <a:gd name="connsiteX2" fmla="*/ 0 w 198515"/>
                <a:gd name="connsiteY2" fmla="*/ 99365 h 198729"/>
                <a:gd name="connsiteX3" fmla="*/ 99282 w 198515"/>
                <a:gd name="connsiteY3" fmla="*/ 0 h 198729"/>
                <a:gd name="connsiteX4" fmla="*/ 198515 w 198515"/>
                <a:gd name="connsiteY4" fmla="*/ 99365 h 198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15" h="198729">
                  <a:moveTo>
                    <a:pt x="198515" y="99365"/>
                  </a:moveTo>
                  <a:cubicBezTo>
                    <a:pt x="198515" y="154229"/>
                    <a:pt x="154103" y="198730"/>
                    <a:pt x="99282" y="198730"/>
                  </a:cubicBezTo>
                  <a:cubicBezTo>
                    <a:pt x="44461" y="198730"/>
                    <a:pt x="0" y="154229"/>
                    <a:pt x="0" y="99365"/>
                  </a:cubicBezTo>
                  <a:cubicBezTo>
                    <a:pt x="0" y="44501"/>
                    <a:pt x="44461" y="0"/>
                    <a:pt x="99282" y="0"/>
                  </a:cubicBezTo>
                  <a:cubicBezTo>
                    <a:pt x="154103" y="0"/>
                    <a:pt x="198515" y="44501"/>
                    <a:pt x="198515" y="99365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90" name="Freeform: Shape 2383">
              <a:extLst>
                <a:ext uri="{FF2B5EF4-FFF2-40B4-BE49-F238E27FC236}">
                  <a16:creationId xmlns:a16="http://schemas.microsoft.com/office/drawing/2014/main" id="{8F81878B-206B-58F7-264A-B082BD608E75}"/>
                </a:ext>
              </a:extLst>
            </p:cNvPr>
            <p:cNvSpPr/>
            <p:nvPr/>
          </p:nvSpPr>
          <p:spPr>
            <a:xfrm>
              <a:off x="15359359" y="17938012"/>
              <a:ext cx="432380" cy="424161"/>
            </a:xfrm>
            <a:custGeom>
              <a:avLst/>
              <a:gdLst>
                <a:gd name="connsiteX0" fmla="*/ 198519 w 198518"/>
                <a:gd name="connsiteY0" fmla="*/ 99365 h 198729"/>
                <a:gd name="connsiteX1" fmla="*/ 99277 w 198518"/>
                <a:gd name="connsiteY1" fmla="*/ 198730 h 198729"/>
                <a:gd name="connsiteX2" fmla="*/ 0 w 198518"/>
                <a:gd name="connsiteY2" fmla="*/ 99365 h 198729"/>
                <a:gd name="connsiteX3" fmla="*/ 99277 w 198518"/>
                <a:gd name="connsiteY3" fmla="*/ 0 h 198729"/>
                <a:gd name="connsiteX4" fmla="*/ 198519 w 198518"/>
                <a:gd name="connsiteY4" fmla="*/ 99365 h 198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18" h="198729">
                  <a:moveTo>
                    <a:pt x="198519" y="99365"/>
                  </a:moveTo>
                  <a:cubicBezTo>
                    <a:pt x="198519" y="154242"/>
                    <a:pt x="154107" y="198730"/>
                    <a:pt x="99277" y="198730"/>
                  </a:cubicBezTo>
                  <a:cubicBezTo>
                    <a:pt x="44461" y="198730"/>
                    <a:pt x="0" y="154242"/>
                    <a:pt x="0" y="99365"/>
                  </a:cubicBezTo>
                  <a:cubicBezTo>
                    <a:pt x="0" y="44501"/>
                    <a:pt x="44461" y="0"/>
                    <a:pt x="99277" y="0"/>
                  </a:cubicBezTo>
                  <a:cubicBezTo>
                    <a:pt x="154107" y="0"/>
                    <a:pt x="198519" y="44501"/>
                    <a:pt x="198519" y="99365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91" name="Freeform: Shape 2384">
              <a:extLst>
                <a:ext uri="{FF2B5EF4-FFF2-40B4-BE49-F238E27FC236}">
                  <a16:creationId xmlns:a16="http://schemas.microsoft.com/office/drawing/2014/main" id="{444B6BF8-4E8A-40B4-70CE-C0B42262B255}"/>
                </a:ext>
              </a:extLst>
            </p:cNvPr>
            <p:cNvSpPr/>
            <p:nvPr/>
          </p:nvSpPr>
          <p:spPr>
            <a:xfrm>
              <a:off x="15011837" y="17539251"/>
              <a:ext cx="432376" cy="424080"/>
            </a:xfrm>
            <a:custGeom>
              <a:avLst/>
              <a:gdLst>
                <a:gd name="connsiteX0" fmla="*/ 198516 w 198516"/>
                <a:gd name="connsiteY0" fmla="*/ 99314 h 198691"/>
                <a:gd name="connsiteX1" fmla="*/ 99233 w 198516"/>
                <a:gd name="connsiteY1" fmla="*/ 198692 h 198691"/>
                <a:gd name="connsiteX2" fmla="*/ 0 w 198516"/>
                <a:gd name="connsiteY2" fmla="*/ 99314 h 198691"/>
                <a:gd name="connsiteX3" fmla="*/ 99233 w 198516"/>
                <a:gd name="connsiteY3" fmla="*/ 0 h 198691"/>
                <a:gd name="connsiteX4" fmla="*/ 198516 w 198516"/>
                <a:gd name="connsiteY4" fmla="*/ 99314 h 1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16" h="198691">
                  <a:moveTo>
                    <a:pt x="198516" y="99314"/>
                  </a:moveTo>
                  <a:cubicBezTo>
                    <a:pt x="198516" y="154191"/>
                    <a:pt x="154055" y="198692"/>
                    <a:pt x="99233" y="198692"/>
                  </a:cubicBezTo>
                  <a:cubicBezTo>
                    <a:pt x="44412" y="198692"/>
                    <a:pt x="0" y="154191"/>
                    <a:pt x="0" y="99314"/>
                  </a:cubicBezTo>
                  <a:cubicBezTo>
                    <a:pt x="0" y="44450"/>
                    <a:pt x="44412" y="0"/>
                    <a:pt x="99233" y="0"/>
                  </a:cubicBezTo>
                  <a:cubicBezTo>
                    <a:pt x="154055" y="0"/>
                    <a:pt x="198516" y="44450"/>
                    <a:pt x="198516" y="99314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92" name="Freeform: Shape 2385">
              <a:extLst>
                <a:ext uri="{FF2B5EF4-FFF2-40B4-BE49-F238E27FC236}">
                  <a16:creationId xmlns:a16="http://schemas.microsoft.com/office/drawing/2014/main" id="{C78D63B9-7240-7D32-2E6E-4AAC7BC9BD53}"/>
                </a:ext>
              </a:extLst>
            </p:cNvPr>
            <p:cNvSpPr/>
            <p:nvPr/>
          </p:nvSpPr>
          <p:spPr>
            <a:xfrm>
              <a:off x="15713998" y="17602141"/>
              <a:ext cx="432498" cy="424189"/>
            </a:xfrm>
            <a:custGeom>
              <a:avLst/>
              <a:gdLst>
                <a:gd name="connsiteX0" fmla="*/ 198572 w 198572"/>
                <a:gd name="connsiteY0" fmla="*/ 99378 h 198742"/>
                <a:gd name="connsiteX1" fmla="*/ 99280 w 198572"/>
                <a:gd name="connsiteY1" fmla="*/ 198742 h 198742"/>
                <a:gd name="connsiteX2" fmla="*/ 0 w 198572"/>
                <a:gd name="connsiteY2" fmla="*/ 99378 h 198742"/>
                <a:gd name="connsiteX3" fmla="*/ 99280 w 198572"/>
                <a:gd name="connsiteY3" fmla="*/ 0 h 198742"/>
                <a:gd name="connsiteX4" fmla="*/ 198572 w 198572"/>
                <a:gd name="connsiteY4" fmla="*/ 99378 h 198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72" h="198742">
                  <a:moveTo>
                    <a:pt x="198572" y="99378"/>
                  </a:moveTo>
                  <a:cubicBezTo>
                    <a:pt x="198572" y="154242"/>
                    <a:pt x="154110" y="198742"/>
                    <a:pt x="99280" y="198742"/>
                  </a:cubicBezTo>
                  <a:cubicBezTo>
                    <a:pt x="44463" y="198742"/>
                    <a:pt x="0" y="154242"/>
                    <a:pt x="0" y="99378"/>
                  </a:cubicBezTo>
                  <a:cubicBezTo>
                    <a:pt x="0" y="44501"/>
                    <a:pt x="44463" y="0"/>
                    <a:pt x="99280" y="0"/>
                  </a:cubicBezTo>
                  <a:cubicBezTo>
                    <a:pt x="154110" y="0"/>
                    <a:pt x="198572" y="44501"/>
                    <a:pt x="198572" y="99378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93" name="Freeform: Shape 2386">
              <a:extLst>
                <a:ext uri="{FF2B5EF4-FFF2-40B4-BE49-F238E27FC236}">
                  <a16:creationId xmlns:a16="http://schemas.microsoft.com/office/drawing/2014/main" id="{8BE92698-1689-D749-3D59-50D351A26A65}"/>
                </a:ext>
              </a:extLst>
            </p:cNvPr>
            <p:cNvSpPr/>
            <p:nvPr/>
          </p:nvSpPr>
          <p:spPr>
            <a:xfrm>
              <a:off x="14856377" y="18520481"/>
              <a:ext cx="432376" cy="424189"/>
            </a:xfrm>
            <a:custGeom>
              <a:avLst/>
              <a:gdLst>
                <a:gd name="connsiteX0" fmla="*/ 198516 w 198516"/>
                <a:gd name="connsiteY0" fmla="*/ 99377 h 198742"/>
                <a:gd name="connsiteX1" fmla="*/ 99284 w 198516"/>
                <a:gd name="connsiteY1" fmla="*/ 198742 h 198742"/>
                <a:gd name="connsiteX2" fmla="*/ 0 w 198516"/>
                <a:gd name="connsiteY2" fmla="*/ 99377 h 198742"/>
                <a:gd name="connsiteX3" fmla="*/ 99284 w 198516"/>
                <a:gd name="connsiteY3" fmla="*/ 0 h 198742"/>
                <a:gd name="connsiteX4" fmla="*/ 198516 w 198516"/>
                <a:gd name="connsiteY4" fmla="*/ 99377 h 198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16" h="198742">
                  <a:moveTo>
                    <a:pt x="198516" y="99377"/>
                  </a:moveTo>
                  <a:cubicBezTo>
                    <a:pt x="198516" y="154241"/>
                    <a:pt x="154104" y="198742"/>
                    <a:pt x="99284" y="198742"/>
                  </a:cubicBezTo>
                  <a:cubicBezTo>
                    <a:pt x="44461" y="198742"/>
                    <a:pt x="0" y="154241"/>
                    <a:pt x="0" y="99377"/>
                  </a:cubicBezTo>
                  <a:cubicBezTo>
                    <a:pt x="0" y="44501"/>
                    <a:pt x="44461" y="0"/>
                    <a:pt x="99284" y="0"/>
                  </a:cubicBezTo>
                  <a:cubicBezTo>
                    <a:pt x="154104" y="0"/>
                    <a:pt x="198516" y="44501"/>
                    <a:pt x="198516" y="99377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94" name="Freeform: Shape 2387">
              <a:extLst>
                <a:ext uri="{FF2B5EF4-FFF2-40B4-BE49-F238E27FC236}">
                  <a16:creationId xmlns:a16="http://schemas.microsoft.com/office/drawing/2014/main" id="{E429B0FA-B190-D61F-9184-07C01B11ACEE}"/>
                </a:ext>
              </a:extLst>
            </p:cNvPr>
            <p:cNvSpPr/>
            <p:nvPr/>
          </p:nvSpPr>
          <p:spPr>
            <a:xfrm>
              <a:off x="16096831" y="18505026"/>
              <a:ext cx="432470" cy="424161"/>
            </a:xfrm>
            <a:custGeom>
              <a:avLst/>
              <a:gdLst>
                <a:gd name="connsiteX0" fmla="*/ 198559 w 198559"/>
                <a:gd name="connsiteY0" fmla="*/ 99365 h 198729"/>
                <a:gd name="connsiteX1" fmla="*/ 99280 w 198559"/>
                <a:gd name="connsiteY1" fmla="*/ 198730 h 198729"/>
                <a:gd name="connsiteX2" fmla="*/ 0 w 198559"/>
                <a:gd name="connsiteY2" fmla="*/ 99365 h 198729"/>
                <a:gd name="connsiteX3" fmla="*/ 99280 w 198559"/>
                <a:gd name="connsiteY3" fmla="*/ 0 h 198729"/>
                <a:gd name="connsiteX4" fmla="*/ 198559 w 198559"/>
                <a:gd name="connsiteY4" fmla="*/ 99365 h 198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59" h="198729">
                  <a:moveTo>
                    <a:pt x="198559" y="99365"/>
                  </a:moveTo>
                  <a:cubicBezTo>
                    <a:pt x="198559" y="154242"/>
                    <a:pt x="154097" y="198730"/>
                    <a:pt x="99280" y="198730"/>
                  </a:cubicBezTo>
                  <a:cubicBezTo>
                    <a:pt x="44463" y="198730"/>
                    <a:pt x="0" y="154242"/>
                    <a:pt x="0" y="99365"/>
                  </a:cubicBezTo>
                  <a:cubicBezTo>
                    <a:pt x="0" y="44501"/>
                    <a:pt x="44463" y="0"/>
                    <a:pt x="99280" y="0"/>
                  </a:cubicBezTo>
                  <a:cubicBezTo>
                    <a:pt x="154097" y="0"/>
                    <a:pt x="198559" y="44501"/>
                    <a:pt x="198559" y="99365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95" name="Freeform: Shape 2388">
              <a:extLst>
                <a:ext uri="{FF2B5EF4-FFF2-40B4-BE49-F238E27FC236}">
                  <a16:creationId xmlns:a16="http://schemas.microsoft.com/office/drawing/2014/main" id="{8BA422D3-8498-8445-E4B1-D46C6E5D181E}"/>
                </a:ext>
              </a:extLst>
            </p:cNvPr>
            <p:cNvSpPr/>
            <p:nvPr/>
          </p:nvSpPr>
          <p:spPr>
            <a:xfrm>
              <a:off x="15942006" y="19110995"/>
              <a:ext cx="432386" cy="424189"/>
            </a:xfrm>
            <a:custGeom>
              <a:avLst/>
              <a:gdLst>
                <a:gd name="connsiteX0" fmla="*/ 198521 w 198521"/>
                <a:gd name="connsiteY0" fmla="*/ 99377 h 198742"/>
                <a:gd name="connsiteX1" fmla="*/ 99242 w 198521"/>
                <a:gd name="connsiteY1" fmla="*/ 198742 h 198742"/>
                <a:gd name="connsiteX2" fmla="*/ 0 w 198521"/>
                <a:gd name="connsiteY2" fmla="*/ 99377 h 198742"/>
                <a:gd name="connsiteX3" fmla="*/ 99242 w 198521"/>
                <a:gd name="connsiteY3" fmla="*/ 0 h 198742"/>
                <a:gd name="connsiteX4" fmla="*/ 198521 w 198521"/>
                <a:gd name="connsiteY4" fmla="*/ 99377 h 198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21" h="198742">
                  <a:moveTo>
                    <a:pt x="198521" y="99377"/>
                  </a:moveTo>
                  <a:cubicBezTo>
                    <a:pt x="198521" y="154242"/>
                    <a:pt x="154059" y="198742"/>
                    <a:pt x="99242" y="198742"/>
                  </a:cubicBezTo>
                  <a:cubicBezTo>
                    <a:pt x="44412" y="198742"/>
                    <a:pt x="0" y="154242"/>
                    <a:pt x="0" y="99377"/>
                  </a:cubicBezTo>
                  <a:cubicBezTo>
                    <a:pt x="0" y="44501"/>
                    <a:pt x="44412" y="0"/>
                    <a:pt x="99242" y="0"/>
                  </a:cubicBezTo>
                  <a:cubicBezTo>
                    <a:pt x="154059" y="0"/>
                    <a:pt x="198521" y="44501"/>
                    <a:pt x="198521" y="99377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96" name="Freeform: Shape 2389">
              <a:extLst>
                <a:ext uri="{FF2B5EF4-FFF2-40B4-BE49-F238E27FC236}">
                  <a16:creationId xmlns:a16="http://schemas.microsoft.com/office/drawing/2014/main" id="{5799D8D7-9B7E-4477-8BB8-7E2B5E589B52}"/>
                </a:ext>
              </a:extLst>
            </p:cNvPr>
            <p:cNvSpPr/>
            <p:nvPr/>
          </p:nvSpPr>
          <p:spPr>
            <a:xfrm>
              <a:off x="15143009" y="18544412"/>
              <a:ext cx="432470" cy="424080"/>
            </a:xfrm>
            <a:custGeom>
              <a:avLst/>
              <a:gdLst>
                <a:gd name="connsiteX0" fmla="*/ 198559 w 198559"/>
                <a:gd name="connsiteY0" fmla="*/ 99314 h 198691"/>
                <a:gd name="connsiteX1" fmla="*/ 99282 w 198559"/>
                <a:gd name="connsiteY1" fmla="*/ 198692 h 198691"/>
                <a:gd name="connsiteX2" fmla="*/ 0 w 198559"/>
                <a:gd name="connsiteY2" fmla="*/ 99314 h 198691"/>
                <a:gd name="connsiteX3" fmla="*/ 99282 w 198559"/>
                <a:gd name="connsiteY3" fmla="*/ 0 h 198691"/>
                <a:gd name="connsiteX4" fmla="*/ 198559 w 198559"/>
                <a:gd name="connsiteY4" fmla="*/ 99314 h 1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59" h="198691">
                  <a:moveTo>
                    <a:pt x="198559" y="99314"/>
                  </a:moveTo>
                  <a:cubicBezTo>
                    <a:pt x="198559" y="154191"/>
                    <a:pt x="154104" y="198692"/>
                    <a:pt x="99282" y="198692"/>
                  </a:cubicBezTo>
                  <a:cubicBezTo>
                    <a:pt x="44461" y="198692"/>
                    <a:pt x="0" y="154191"/>
                    <a:pt x="0" y="99314"/>
                  </a:cubicBezTo>
                  <a:cubicBezTo>
                    <a:pt x="0" y="44450"/>
                    <a:pt x="44461" y="0"/>
                    <a:pt x="99282" y="0"/>
                  </a:cubicBezTo>
                  <a:cubicBezTo>
                    <a:pt x="154104" y="0"/>
                    <a:pt x="198559" y="44450"/>
                    <a:pt x="198559" y="99314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97" name="Freeform: Shape 2390">
              <a:extLst>
                <a:ext uri="{FF2B5EF4-FFF2-40B4-BE49-F238E27FC236}">
                  <a16:creationId xmlns:a16="http://schemas.microsoft.com/office/drawing/2014/main" id="{F05EC0A4-8623-D68B-98DA-19D49937F60B}"/>
                </a:ext>
              </a:extLst>
            </p:cNvPr>
            <p:cNvSpPr/>
            <p:nvPr/>
          </p:nvSpPr>
          <p:spPr>
            <a:xfrm>
              <a:off x="15930456" y="18269552"/>
              <a:ext cx="432386" cy="424052"/>
            </a:xfrm>
            <a:custGeom>
              <a:avLst/>
              <a:gdLst>
                <a:gd name="connsiteX0" fmla="*/ 198521 w 198521"/>
                <a:gd name="connsiteY0" fmla="*/ 99365 h 198678"/>
                <a:gd name="connsiteX1" fmla="*/ 99280 w 198521"/>
                <a:gd name="connsiteY1" fmla="*/ 198679 h 198678"/>
                <a:gd name="connsiteX2" fmla="*/ 0 w 198521"/>
                <a:gd name="connsiteY2" fmla="*/ 99365 h 198678"/>
                <a:gd name="connsiteX3" fmla="*/ 99280 w 198521"/>
                <a:gd name="connsiteY3" fmla="*/ 0 h 198678"/>
                <a:gd name="connsiteX4" fmla="*/ 198521 w 198521"/>
                <a:gd name="connsiteY4" fmla="*/ 99365 h 1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21" h="198678">
                  <a:moveTo>
                    <a:pt x="198521" y="99365"/>
                  </a:moveTo>
                  <a:cubicBezTo>
                    <a:pt x="198521" y="154229"/>
                    <a:pt x="154110" y="198679"/>
                    <a:pt x="99280" y="198679"/>
                  </a:cubicBezTo>
                  <a:cubicBezTo>
                    <a:pt x="44463" y="198679"/>
                    <a:pt x="0" y="154229"/>
                    <a:pt x="0" y="99365"/>
                  </a:cubicBezTo>
                  <a:cubicBezTo>
                    <a:pt x="0" y="44488"/>
                    <a:pt x="44463" y="0"/>
                    <a:pt x="99280" y="0"/>
                  </a:cubicBezTo>
                  <a:cubicBezTo>
                    <a:pt x="154110" y="0"/>
                    <a:pt x="198521" y="44488"/>
                    <a:pt x="198521" y="99365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98" name="Freeform: Shape 2391">
              <a:extLst>
                <a:ext uri="{FF2B5EF4-FFF2-40B4-BE49-F238E27FC236}">
                  <a16:creationId xmlns:a16="http://schemas.microsoft.com/office/drawing/2014/main" id="{18E1FA58-2C42-FB73-8024-6FC3A34AC463}"/>
                </a:ext>
              </a:extLst>
            </p:cNvPr>
            <p:cNvSpPr/>
            <p:nvPr/>
          </p:nvSpPr>
          <p:spPr>
            <a:xfrm>
              <a:off x="16160199" y="18716895"/>
              <a:ext cx="432359" cy="424189"/>
            </a:xfrm>
            <a:custGeom>
              <a:avLst/>
              <a:gdLst>
                <a:gd name="connsiteX0" fmla="*/ 198509 w 198508"/>
                <a:gd name="connsiteY0" fmla="*/ 99378 h 198742"/>
                <a:gd name="connsiteX1" fmla="*/ 99229 w 198508"/>
                <a:gd name="connsiteY1" fmla="*/ 198742 h 198742"/>
                <a:gd name="connsiteX2" fmla="*/ 0 w 198508"/>
                <a:gd name="connsiteY2" fmla="*/ 99378 h 198742"/>
                <a:gd name="connsiteX3" fmla="*/ 99229 w 198508"/>
                <a:gd name="connsiteY3" fmla="*/ 0 h 198742"/>
                <a:gd name="connsiteX4" fmla="*/ 198509 w 198508"/>
                <a:gd name="connsiteY4" fmla="*/ 99378 h 198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08" h="198742">
                  <a:moveTo>
                    <a:pt x="198509" y="99378"/>
                  </a:moveTo>
                  <a:cubicBezTo>
                    <a:pt x="198509" y="154242"/>
                    <a:pt x="154046" y="198742"/>
                    <a:pt x="99229" y="198742"/>
                  </a:cubicBezTo>
                  <a:cubicBezTo>
                    <a:pt x="44412" y="198742"/>
                    <a:pt x="0" y="154242"/>
                    <a:pt x="0" y="99378"/>
                  </a:cubicBezTo>
                  <a:cubicBezTo>
                    <a:pt x="0" y="44501"/>
                    <a:pt x="44412" y="0"/>
                    <a:pt x="99229" y="0"/>
                  </a:cubicBezTo>
                  <a:cubicBezTo>
                    <a:pt x="154046" y="0"/>
                    <a:pt x="198509" y="44501"/>
                    <a:pt x="198509" y="99378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299" name="Freeform: Shape 2392">
              <a:extLst>
                <a:ext uri="{FF2B5EF4-FFF2-40B4-BE49-F238E27FC236}">
                  <a16:creationId xmlns:a16="http://schemas.microsoft.com/office/drawing/2014/main" id="{1F28B78F-7F1B-6CB5-E7B1-3609097D99B9}"/>
                </a:ext>
              </a:extLst>
            </p:cNvPr>
            <p:cNvSpPr/>
            <p:nvPr/>
          </p:nvSpPr>
          <p:spPr>
            <a:xfrm>
              <a:off x="14969521" y="17931862"/>
              <a:ext cx="432374" cy="424189"/>
            </a:xfrm>
            <a:custGeom>
              <a:avLst/>
              <a:gdLst>
                <a:gd name="connsiteX0" fmla="*/ 198515 w 198515"/>
                <a:gd name="connsiteY0" fmla="*/ 99377 h 198742"/>
                <a:gd name="connsiteX1" fmla="*/ 99233 w 198515"/>
                <a:gd name="connsiteY1" fmla="*/ 198742 h 198742"/>
                <a:gd name="connsiteX2" fmla="*/ 0 w 198515"/>
                <a:gd name="connsiteY2" fmla="*/ 99377 h 198742"/>
                <a:gd name="connsiteX3" fmla="*/ 99233 w 198515"/>
                <a:gd name="connsiteY3" fmla="*/ 0 h 198742"/>
                <a:gd name="connsiteX4" fmla="*/ 198515 w 198515"/>
                <a:gd name="connsiteY4" fmla="*/ 99377 h 198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15" h="198742">
                  <a:moveTo>
                    <a:pt x="198515" y="99377"/>
                  </a:moveTo>
                  <a:cubicBezTo>
                    <a:pt x="198515" y="154242"/>
                    <a:pt x="154103" y="198742"/>
                    <a:pt x="99233" y="198742"/>
                  </a:cubicBezTo>
                  <a:cubicBezTo>
                    <a:pt x="44412" y="198742"/>
                    <a:pt x="0" y="154242"/>
                    <a:pt x="0" y="99377"/>
                  </a:cubicBezTo>
                  <a:cubicBezTo>
                    <a:pt x="0" y="44501"/>
                    <a:pt x="44412" y="0"/>
                    <a:pt x="99233" y="0"/>
                  </a:cubicBezTo>
                  <a:cubicBezTo>
                    <a:pt x="154103" y="0"/>
                    <a:pt x="198515" y="44501"/>
                    <a:pt x="198515" y="99377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300" name="Freeform: Shape 2393">
              <a:extLst>
                <a:ext uri="{FF2B5EF4-FFF2-40B4-BE49-F238E27FC236}">
                  <a16:creationId xmlns:a16="http://schemas.microsoft.com/office/drawing/2014/main" id="{DA6D4033-AE12-5AC2-7CAA-8848FA6E797C}"/>
                </a:ext>
              </a:extLst>
            </p:cNvPr>
            <p:cNvSpPr/>
            <p:nvPr/>
          </p:nvSpPr>
          <p:spPr>
            <a:xfrm>
              <a:off x="13936031" y="19061034"/>
              <a:ext cx="75676" cy="27107"/>
            </a:xfrm>
            <a:custGeom>
              <a:avLst/>
              <a:gdLst>
                <a:gd name="connsiteX0" fmla="*/ 0 w 34745"/>
                <a:gd name="connsiteY0" fmla="*/ 0 h 12700"/>
                <a:gd name="connsiteX1" fmla="*/ 34745 w 34745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745" h="12700">
                  <a:moveTo>
                    <a:pt x="0" y="0"/>
                  </a:moveTo>
                  <a:lnTo>
                    <a:pt x="34745" y="0"/>
                  </a:lnTo>
                </a:path>
              </a:pathLst>
            </a:custGeom>
            <a:noFill/>
            <a:ln w="13539" cap="flat">
              <a:solidFill>
                <a:srgbClr val="33333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4064"/>
            </a:p>
          </p:txBody>
        </p:sp>
        <p:sp>
          <p:nvSpPr>
            <p:cNvPr id="301" name="Freeform: Shape 2394">
              <a:extLst>
                <a:ext uri="{FF2B5EF4-FFF2-40B4-BE49-F238E27FC236}">
                  <a16:creationId xmlns:a16="http://schemas.microsoft.com/office/drawing/2014/main" id="{62095BD6-182C-374B-F079-0259C629FE2E}"/>
                </a:ext>
              </a:extLst>
            </p:cNvPr>
            <p:cNvSpPr/>
            <p:nvPr/>
          </p:nvSpPr>
          <p:spPr>
            <a:xfrm>
              <a:off x="13936031" y="17779603"/>
              <a:ext cx="75676" cy="27107"/>
            </a:xfrm>
            <a:custGeom>
              <a:avLst/>
              <a:gdLst>
                <a:gd name="connsiteX0" fmla="*/ 0 w 34745"/>
                <a:gd name="connsiteY0" fmla="*/ 0 h 12700"/>
                <a:gd name="connsiteX1" fmla="*/ 34745 w 34745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745" h="12700">
                  <a:moveTo>
                    <a:pt x="0" y="0"/>
                  </a:moveTo>
                  <a:lnTo>
                    <a:pt x="34745" y="0"/>
                  </a:lnTo>
                </a:path>
              </a:pathLst>
            </a:custGeom>
            <a:noFill/>
            <a:ln w="13539" cap="flat">
              <a:solidFill>
                <a:srgbClr val="33333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4064"/>
            </a:p>
          </p:txBody>
        </p:sp>
        <p:sp>
          <p:nvSpPr>
            <p:cNvPr id="302" name="Freeform: Shape 2395">
              <a:extLst>
                <a:ext uri="{FF2B5EF4-FFF2-40B4-BE49-F238E27FC236}">
                  <a16:creationId xmlns:a16="http://schemas.microsoft.com/office/drawing/2014/main" id="{94F56826-1CC7-3C3D-CCAE-8D9856902BFF}"/>
                </a:ext>
              </a:extLst>
            </p:cNvPr>
            <p:cNvSpPr/>
            <p:nvPr/>
          </p:nvSpPr>
          <p:spPr>
            <a:xfrm>
              <a:off x="13936031" y="16498197"/>
              <a:ext cx="75676" cy="27107"/>
            </a:xfrm>
            <a:custGeom>
              <a:avLst/>
              <a:gdLst>
                <a:gd name="connsiteX0" fmla="*/ 0 w 34745"/>
                <a:gd name="connsiteY0" fmla="*/ 0 h 12700"/>
                <a:gd name="connsiteX1" fmla="*/ 34745 w 34745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745" h="12700">
                  <a:moveTo>
                    <a:pt x="0" y="0"/>
                  </a:moveTo>
                  <a:lnTo>
                    <a:pt x="34745" y="0"/>
                  </a:lnTo>
                </a:path>
              </a:pathLst>
            </a:custGeom>
            <a:noFill/>
            <a:ln w="13539" cap="flat">
              <a:solidFill>
                <a:srgbClr val="33333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4064"/>
            </a:p>
          </p:txBody>
        </p:sp>
        <p:sp>
          <p:nvSpPr>
            <p:cNvPr id="303" name="Freeform: Shape 2396">
              <a:extLst>
                <a:ext uri="{FF2B5EF4-FFF2-40B4-BE49-F238E27FC236}">
                  <a16:creationId xmlns:a16="http://schemas.microsoft.com/office/drawing/2014/main" id="{CB9498E4-26BD-2BA7-9A99-3D88CE845761}"/>
                </a:ext>
              </a:extLst>
            </p:cNvPr>
            <p:cNvSpPr/>
            <p:nvPr/>
          </p:nvSpPr>
          <p:spPr>
            <a:xfrm>
              <a:off x="13177834" y="17180307"/>
              <a:ext cx="27637" cy="27107"/>
            </a:xfrm>
            <a:custGeom>
              <a:avLst/>
              <a:gdLst/>
              <a:ahLst/>
              <a:cxnLst/>
              <a:rect l="l" t="t" r="r" b="b"/>
              <a:pathLst>
                <a:path w="12689" h="12700"/>
              </a:pathLst>
            </a:custGeom>
            <a:solidFill>
              <a:srgbClr val="000000"/>
            </a:solidFill>
            <a:ln w="12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4064"/>
            </a:p>
          </p:txBody>
        </p:sp>
        <p:sp>
          <p:nvSpPr>
            <p:cNvPr id="304" name="Freeform: Shape 2397">
              <a:extLst>
                <a:ext uri="{FF2B5EF4-FFF2-40B4-BE49-F238E27FC236}">
                  <a16:creationId xmlns:a16="http://schemas.microsoft.com/office/drawing/2014/main" id="{77818386-273E-C744-1D9E-5E70ADF6AEE5}"/>
                </a:ext>
              </a:extLst>
            </p:cNvPr>
            <p:cNvSpPr/>
            <p:nvPr/>
          </p:nvSpPr>
          <p:spPr>
            <a:xfrm>
              <a:off x="16106862" y="19434699"/>
              <a:ext cx="432386" cy="424052"/>
            </a:xfrm>
            <a:custGeom>
              <a:avLst/>
              <a:gdLst>
                <a:gd name="connsiteX0" fmla="*/ 198521 w 198521"/>
                <a:gd name="connsiteY0" fmla="*/ 99365 h 198678"/>
                <a:gd name="connsiteX1" fmla="*/ 99229 w 198521"/>
                <a:gd name="connsiteY1" fmla="*/ 198679 h 198678"/>
                <a:gd name="connsiteX2" fmla="*/ 0 w 198521"/>
                <a:gd name="connsiteY2" fmla="*/ 99365 h 198678"/>
                <a:gd name="connsiteX3" fmla="*/ 99229 w 198521"/>
                <a:gd name="connsiteY3" fmla="*/ 0 h 198678"/>
                <a:gd name="connsiteX4" fmla="*/ 198521 w 198521"/>
                <a:gd name="connsiteY4" fmla="*/ 99365 h 1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521" h="198678">
                  <a:moveTo>
                    <a:pt x="198521" y="99365"/>
                  </a:moveTo>
                  <a:cubicBezTo>
                    <a:pt x="198521" y="154229"/>
                    <a:pt x="154059" y="198679"/>
                    <a:pt x="99229" y="198679"/>
                  </a:cubicBezTo>
                  <a:cubicBezTo>
                    <a:pt x="44412" y="198679"/>
                    <a:pt x="0" y="154229"/>
                    <a:pt x="0" y="99365"/>
                  </a:cubicBezTo>
                  <a:cubicBezTo>
                    <a:pt x="0" y="44501"/>
                    <a:pt x="44412" y="0"/>
                    <a:pt x="99229" y="0"/>
                  </a:cubicBezTo>
                  <a:cubicBezTo>
                    <a:pt x="154059" y="0"/>
                    <a:pt x="198521" y="44501"/>
                    <a:pt x="198521" y="99365"/>
                  </a:cubicBezTo>
                </a:path>
              </a:pathLst>
            </a:custGeom>
            <a:solidFill>
              <a:srgbClr val="006400"/>
            </a:solidFill>
            <a:ln w="8992" cap="rnd">
              <a:solidFill>
                <a:schemeClr val="bg2">
                  <a:lumMod val="1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2041"/>
            </a:p>
          </p:txBody>
        </p: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E4CDF08F-BDA6-BD76-C08F-5E2D6EB3563F}"/>
                </a:ext>
              </a:extLst>
            </p:cNvPr>
            <p:cNvSpPr txBox="1"/>
            <p:nvPr/>
          </p:nvSpPr>
          <p:spPr>
            <a:xfrm>
              <a:off x="13387081" y="13682202"/>
              <a:ext cx="589940" cy="4752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PT" sz="2439" dirty="0">
                  <a:latin typeface="Calibri" panose="020F0502020204030204" pitchFamily="34" charset="0"/>
                  <a:cs typeface="Calibri" panose="020F0502020204030204" pitchFamily="34" charset="0"/>
                </a:rPr>
                <a:t>1.0</a:t>
              </a:r>
              <a:endParaRPr lang="en-US" sz="2845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CFDDF5FE-38E3-5A40-F895-FC5A3744E820}"/>
                </a:ext>
              </a:extLst>
            </p:cNvPr>
            <p:cNvSpPr txBox="1"/>
            <p:nvPr/>
          </p:nvSpPr>
          <p:spPr>
            <a:xfrm>
              <a:off x="13362062" y="17512901"/>
              <a:ext cx="589940" cy="4752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2439" dirty="0">
                  <a:latin typeface="Calibri" panose="020F0502020204030204" pitchFamily="34" charset="0"/>
                  <a:cs typeface="Calibri" panose="020F0502020204030204" pitchFamily="34" charset="0"/>
                </a:rPr>
                <a:t>0.4</a:t>
              </a:r>
              <a:endParaRPr lang="en-US" sz="2439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40597BB8-7B70-3A1E-533F-861E5B13E633}"/>
                </a:ext>
              </a:extLst>
            </p:cNvPr>
            <p:cNvSpPr txBox="1"/>
            <p:nvPr/>
          </p:nvSpPr>
          <p:spPr>
            <a:xfrm>
              <a:off x="13387081" y="18789801"/>
              <a:ext cx="589940" cy="4752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PT" sz="2439" dirty="0">
                  <a:latin typeface="Calibri" panose="020F0502020204030204" pitchFamily="34" charset="0"/>
                  <a:cs typeface="Calibri" panose="020F0502020204030204" pitchFamily="34" charset="0"/>
                </a:rPr>
                <a:t>0.2</a:t>
              </a:r>
              <a:endParaRPr lang="en-US" sz="2439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id="{2FD6E415-3CCC-6C95-7D5F-41F09E668C35}"/>
                </a:ext>
              </a:extLst>
            </p:cNvPr>
            <p:cNvSpPr txBox="1"/>
            <p:nvPr/>
          </p:nvSpPr>
          <p:spPr>
            <a:xfrm>
              <a:off x="13362062" y="20066699"/>
              <a:ext cx="589940" cy="4752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2439" dirty="0">
                  <a:latin typeface="Calibri" panose="020F0502020204030204" pitchFamily="34" charset="0"/>
                  <a:cs typeface="Calibri" panose="020F0502020204030204" pitchFamily="34" charset="0"/>
                </a:rPr>
                <a:t>0.0</a:t>
              </a:r>
              <a:endParaRPr lang="en-US" sz="2439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2A996F7E-9A23-C921-1488-EE363B7F47A7}"/>
                </a:ext>
              </a:extLst>
            </p:cNvPr>
            <p:cNvSpPr txBox="1"/>
            <p:nvPr/>
          </p:nvSpPr>
          <p:spPr>
            <a:xfrm>
              <a:off x="17921382" y="20671128"/>
              <a:ext cx="2316660" cy="498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PT" sz="2642" dirty="0">
                  <a:latin typeface="Arial" panose="020B0604020202020204" pitchFamily="34" charset="0"/>
                  <a:cs typeface="Arial" panose="020B0604020202020204" pitchFamily="34" charset="0"/>
                </a:rPr>
                <a:t>Suspect</a:t>
              </a:r>
              <a:r>
                <a:rPr lang="pt-PT" sz="2642" dirty="0">
                  <a:latin typeface="Calibri" panose="020F0502020204030204" pitchFamily="34" charset="0"/>
                  <a:cs typeface="Calibri" panose="020F0502020204030204" pitchFamily="34" charset="0"/>
                </a:rPr>
                <a:t> Books</a:t>
              </a:r>
              <a:endParaRPr lang="en-US" sz="2642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1D085A4-8496-4650-D4CF-D7AD4576F78A}"/>
                </a:ext>
              </a:extLst>
            </p:cNvPr>
            <p:cNvSpPr txBox="1"/>
            <p:nvPr/>
          </p:nvSpPr>
          <p:spPr>
            <a:xfrm>
              <a:off x="12975377" y="16519629"/>
              <a:ext cx="437812" cy="1332096"/>
            </a:xfrm>
            <a:prstGeom prst="rect">
              <a:avLst/>
            </a:prstGeom>
            <a:noFill/>
          </p:spPr>
          <p:txBody>
            <a:bodyPr vert="vert270" wrap="none" lIns="0" tIns="0" rIns="0" bIns="0" rtlCol="0" anchor="ctr" anchorCtr="0">
              <a:spAutoFit/>
            </a:bodyPr>
            <a:lstStyle/>
            <a:p>
              <a:r>
                <a:rPr lang="pt-PT" sz="2845" dirty="0">
                  <a:latin typeface="Calibri" panose="020F0502020204030204" pitchFamily="34" charset="0"/>
                  <a:cs typeface="Calibri" panose="020F0502020204030204" pitchFamily="34" charset="0"/>
                </a:rPr>
                <a:t>Accuracy</a:t>
              </a:r>
              <a:endParaRPr lang="en-US" sz="2845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2A774D4-26A2-4322-E614-16CE8DD8D232}"/>
                </a:ext>
              </a:extLst>
            </p:cNvPr>
            <p:cNvSpPr/>
            <p:nvPr/>
          </p:nvSpPr>
          <p:spPr>
            <a:xfrm>
              <a:off x="13994368" y="13591293"/>
              <a:ext cx="3304664" cy="7068703"/>
            </a:xfrm>
            <a:prstGeom prst="rect">
              <a:avLst/>
            </a:prstGeom>
            <a:noFill/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4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F088A27-2D96-E5FA-2EF8-173B1F5BF894}"/>
                </a:ext>
              </a:extLst>
            </p:cNvPr>
            <p:cNvSpPr/>
            <p:nvPr/>
          </p:nvSpPr>
          <p:spPr>
            <a:xfrm>
              <a:off x="17450842" y="13591293"/>
              <a:ext cx="3304664" cy="7068703"/>
            </a:xfrm>
            <a:prstGeom prst="rect">
              <a:avLst/>
            </a:prstGeom>
            <a:noFill/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41"/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B4F3833A-2B5D-2F14-A004-0BE4D45E274A}"/>
                </a:ext>
              </a:extLst>
            </p:cNvPr>
            <p:cNvSpPr txBox="1"/>
            <p:nvPr/>
          </p:nvSpPr>
          <p:spPr>
            <a:xfrm>
              <a:off x="13387081" y="14959101"/>
              <a:ext cx="589940" cy="4752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PT" sz="2439" dirty="0">
                  <a:latin typeface="Calibri" panose="020F0502020204030204" pitchFamily="34" charset="0"/>
                  <a:cs typeface="Calibri" panose="020F0502020204030204" pitchFamily="34" charset="0"/>
                </a:rPr>
                <a:t>0.8</a:t>
              </a:r>
              <a:endParaRPr lang="en-US" sz="2845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8E31EAC3-392F-1CD7-4500-AD377BF7F6A5}"/>
                </a:ext>
              </a:extLst>
            </p:cNvPr>
            <p:cNvSpPr txBox="1"/>
            <p:nvPr/>
          </p:nvSpPr>
          <p:spPr>
            <a:xfrm>
              <a:off x="13387081" y="16236002"/>
              <a:ext cx="589940" cy="4752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PT" sz="2439" dirty="0">
                  <a:latin typeface="Calibri" panose="020F0502020204030204" pitchFamily="34" charset="0"/>
                  <a:cs typeface="Calibri" panose="020F0502020204030204" pitchFamily="34" charset="0"/>
                </a:rPr>
                <a:t>0.6</a:t>
              </a:r>
              <a:endParaRPr lang="en-US" sz="2845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47" name="Rounded Rectangle 346">
            <a:extLst>
              <a:ext uri="{FF2B5EF4-FFF2-40B4-BE49-F238E27FC236}">
                <a16:creationId xmlns:a16="http://schemas.microsoft.com/office/drawing/2014/main" id="{FF7D0FDE-7AB8-A6A0-2473-2B1862C3C665}"/>
              </a:ext>
            </a:extLst>
          </p:cNvPr>
          <p:cNvSpPr/>
          <p:nvPr/>
        </p:nvSpPr>
        <p:spPr>
          <a:xfrm>
            <a:off x="12752083" y="3885037"/>
            <a:ext cx="30590085" cy="5887227"/>
          </a:xfrm>
          <a:prstGeom prst="roundRect">
            <a:avLst>
              <a:gd name="adj" fmla="val 0"/>
            </a:avLst>
          </a:prstGeom>
          <a:noFill/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65"/>
          </a:p>
        </p:txBody>
      </p:sp>
      <p:sp>
        <p:nvSpPr>
          <p:cNvPr id="348" name="Google Shape;64;p13">
            <a:extLst>
              <a:ext uri="{FF2B5EF4-FFF2-40B4-BE49-F238E27FC236}">
                <a16:creationId xmlns:a16="http://schemas.microsoft.com/office/drawing/2014/main" id="{048C4DDC-3836-16EB-87DD-F7AE76A1C2B8}"/>
              </a:ext>
            </a:extLst>
          </p:cNvPr>
          <p:cNvSpPr txBox="1"/>
          <p:nvPr/>
        </p:nvSpPr>
        <p:spPr>
          <a:xfrm>
            <a:off x="12752082" y="3880228"/>
            <a:ext cx="30590085" cy="1298448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 w="19050">
            <a:solidFill>
              <a:srgbClr val="404040"/>
            </a:solidFill>
          </a:ln>
        </p:spPr>
        <p:txBody>
          <a:bodyPr spcFirstLastPara="1" wrap="square" lIns="57992" tIns="28984" rIns="57992" bIns="28984" anchor="ctr" anchorCtr="0">
            <a:spAutoFit/>
          </a:bodyPr>
          <a:lstStyle/>
          <a:p>
            <a:pPr algn="ctr">
              <a:buSzPts val="5400"/>
            </a:pPr>
            <a:r>
              <a:rPr lang="en-US" sz="66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DE-COP Method</a:t>
            </a:r>
            <a:endParaRPr lang="en-US" sz="6600" b="1" dirty="0">
              <a:solidFill>
                <a:schemeClr val="bg1"/>
              </a:solidFill>
            </a:endParaRPr>
          </a:p>
        </p:txBody>
      </p:sp>
      <p:pic>
        <p:nvPicPr>
          <p:cNvPr id="484" name="Content Placeholder 11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A41C84CC-3F39-38BA-5126-D58C10C08AE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3926" y="10023162"/>
            <a:ext cx="16102050" cy="70995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15A48EA9-D214-3225-25EF-67044B3BE6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7542103"/>
              </p:ext>
            </p:extLst>
          </p:nvPr>
        </p:nvGraphicFramePr>
        <p:xfrm>
          <a:off x="12497442" y="9842603"/>
          <a:ext cx="6111921" cy="77388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466" name="TextBox 465">
            <a:extLst>
              <a:ext uri="{FF2B5EF4-FFF2-40B4-BE49-F238E27FC236}">
                <a16:creationId xmlns:a16="http://schemas.microsoft.com/office/drawing/2014/main" id="{BF7874E4-CD8F-9A6B-E640-9992C8C2E907}"/>
              </a:ext>
            </a:extLst>
          </p:cNvPr>
          <p:cNvSpPr txBox="1"/>
          <p:nvPr/>
        </p:nvSpPr>
        <p:spPr>
          <a:xfrm>
            <a:off x="14392883" y="9966367"/>
            <a:ext cx="36391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Selection Bias Example</a:t>
            </a:r>
          </a:p>
        </p:txBody>
      </p:sp>
    </p:spTree>
    <p:extLst>
      <p:ext uri="{BB962C8B-B14F-4D97-AF65-F5344CB8AC3E}">
        <p14:creationId xmlns:p14="http://schemas.microsoft.com/office/powerpoint/2010/main" val="176844976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4615</TotalTime>
  <Words>511</Words>
  <Application>Microsoft Macintosh PowerPoint</Application>
  <PresentationFormat>Custom</PresentationFormat>
  <Paragraphs>151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Arial</vt:lpstr>
      <vt:lpstr>Calibri</vt:lpstr>
      <vt:lpstr>Cambria Math</vt:lpstr>
      <vt:lpstr>Courier New</vt:lpstr>
      <vt:lpstr>Source Sans Pro</vt:lpstr>
      <vt:lpstr>Wingdings</vt:lpstr>
      <vt:lpstr>Simple Light</vt:lpstr>
      <vt:lpstr>DE-COP: Detecting Copyrighted Content in Language Models Training Data André Duarte1, Xuandong Zhao2, Arlindo Oliveira1, Lei Li3 Instituto Superior Técnico / INESC-ID1, UC Santa Barbara2, Carnegie Mellon University3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André Duarte</cp:lastModifiedBy>
  <cp:revision>61</cp:revision>
  <dcterms:modified xsi:type="dcterms:W3CDTF">2024-10-02T08:51:47Z</dcterms:modified>
</cp:coreProperties>
</file>